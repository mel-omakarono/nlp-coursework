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66" r:id="rId4"/>
    <p:sldId id="257" r:id="rId5"/>
    <p:sldId id="259" r:id="rId6"/>
    <p:sldId id="267" r:id="rId7"/>
    <p:sldId id="268" r:id="rId8"/>
    <p:sldId id="262" r:id="rId9"/>
    <p:sldId id="263" r:id="rId10"/>
    <p:sldId id="264" r:id="rId11"/>
    <p:sldId id="26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35D9E-3774-4C2D-A998-9DF679A3F55D}" v="42" dt="2025-01-28T15:11:46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na Paxinou" userId="87f0cb605cffc55d" providerId="LiveId" clId="{3CF35D9E-3774-4C2D-A998-9DF679A3F55D}"/>
    <pc:docChg chg="undo redo custSel addSld delSld modSld">
      <pc:chgData name="Melina Paxinou" userId="87f0cb605cffc55d" providerId="LiveId" clId="{3CF35D9E-3774-4C2D-A998-9DF679A3F55D}" dt="2025-01-28T16:29:44.395" v="623" actId="113"/>
      <pc:docMkLst>
        <pc:docMk/>
      </pc:docMkLst>
      <pc:sldChg chg="addSp delSp modSp mod setBg setClrOvrMap">
        <pc:chgData name="Melina Paxinou" userId="87f0cb605cffc55d" providerId="LiveId" clId="{3CF35D9E-3774-4C2D-A998-9DF679A3F55D}" dt="2025-01-28T15:15:23.745" v="622" actId="404"/>
        <pc:sldMkLst>
          <pc:docMk/>
          <pc:sldMk cId="966336341" sldId="257"/>
        </pc:sldMkLst>
        <pc:spChg chg="mod">
          <ac:chgData name="Melina Paxinou" userId="87f0cb605cffc55d" providerId="LiveId" clId="{3CF35D9E-3774-4C2D-A998-9DF679A3F55D}" dt="2025-01-28T15:15:23.745" v="622" actId="404"/>
          <ac:spMkLst>
            <pc:docMk/>
            <pc:sldMk cId="966336341" sldId="257"/>
            <ac:spMk id="2" creationId="{D3FE4307-B30A-608C-13FD-4BDF2C455F5C}"/>
          </ac:spMkLst>
        </pc:spChg>
        <pc:spChg chg="mod">
          <ac:chgData name="Melina Paxinou" userId="87f0cb605cffc55d" providerId="LiveId" clId="{3CF35D9E-3774-4C2D-A998-9DF679A3F55D}" dt="2025-01-28T15:13:16.645" v="616" actId="20577"/>
          <ac:spMkLst>
            <pc:docMk/>
            <pc:sldMk cId="966336341" sldId="257"/>
            <ac:spMk id="3" creationId="{71242C69-DD00-08C5-DB0A-D3CE3FAB17E0}"/>
          </ac:spMkLst>
        </pc:spChg>
        <pc:spChg chg="add del">
          <ac:chgData name="Melina Paxinou" userId="87f0cb605cffc55d" providerId="LiveId" clId="{3CF35D9E-3774-4C2D-A998-9DF679A3F55D}" dt="2025-01-28T14:35:20.120" v="228" actId="26606"/>
          <ac:spMkLst>
            <pc:docMk/>
            <pc:sldMk cId="966336341" sldId="257"/>
            <ac:spMk id="8" creationId="{C758EC8D-68D1-4138-B719-BE00C78AD146}"/>
          </ac:spMkLst>
        </pc:spChg>
        <pc:spChg chg="add del">
          <ac:chgData name="Melina Paxinou" userId="87f0cb605cffc55d" providerId="LiveId" clId="{3CF35D9E-3774-4C2D-A998-9DF679A3F55D}" dt="2025-01-28T14:35:20.120" v="228" actId="26606"/>
          <ac:spMkLst>
            <pc:docMk/>
            <pc:sldMk cId="966336341" sldId="257"/>
            <ac:spMk id="10" creationId="{514579E4-5B5F-42C9-B08F-A904C81B14E8}"/>
          </ac:spMkLst>
        </pc:spChg>
        <pc:spChg chg="add del">
          <ac:chgData name="Melina Paxinou" userId="87f0cb605cffc55d" providerId="LiveId" clId="{3CF35D9E-3774-4C2D-A998-9DF679A3F55D}" dt="2025-01-28T14:35:20.120" v="228" actId="26606"/>
          <ac:spMkLst>
            <pc:docMk/>
            <pc:sldMk cId="966336341" sldId="257"/>
            <ac:spMk id="12" creationId="{B41BF6CF-E1B8-4EE2-9AE1-86A58DAFD753}"/>
          </ac:spMkLst>
        </pc:spChg>
        <pc:spChg chg="add del">
          <ac:chgData name="Melina Paxinou" userId="87f0cb605cffc55d" providerId="LiveId" clId="{3CF35D9E-3774-4C2D-A998-9DF679A3F55D}" dt="2025-01-28T14:35:23.629" v="231" actId="26606"/>
          <ac:spMkLst>
            <pc:docMk/>
            <pc:sldMk cId="966336341" sldId="257"/>
            <ac:spMk id="14" creationId="{5DB0431E-0B04-44A1-9C51-531E28D18A60}"/>
          </ac:spMkLst>
        </pc:spChg>
        <pc:spChg chg="add del">
          <ac:chgData name="Melina Paxinou" userId="87f0cb605cffc55d" providerId="LiveId" clId="{3CF35D9E-3774-4C2D-A998-9DF679A3F55D}" dt="2025-01-28T14:35:23.629" v="231" actId="26606"/>
          <ac:spMkLst>
            <pc:docMk/>
            <pc:sldMk cId="966336341" sldId="257"/>
            <ac:spMk id="15" creationId="{6B424749-EEE0-49C9-9ABF-97B171A3EA00}"/>
          </ac:spMkLst>
        </pc:spChg>
        <pc:spChg chg="add del">
          <ac:chgData name="Melina Paxinou" userId="87f0cb605cffc55d" providerId="LiveId" clId="{3CF35D9E-3774-4C2D-A998-9DF679A3F55D}" dt="2025-01-28T14:35:40.336" v="235" actId="26606"/>
          <ac:spMkLst>
            <pc:docMk/>
            <pc:sldMk cId="966336341" sldId="257"/>
            <ac:spMk id="17" creationId="{C758EC8D-68D1-4138-B719-BE00C78AD146}"/>
          </ac:spMkLst>
        </pc:spChg>
        <pc:spChg chg="add del">
          <ac:chgData name="Melina Paxinou" userId="87f0cb605cffc55d" providerId="LiveId" clId="{3CF35D9E-3774-4C2D-A998-9DF679A3F55D}" dt="2025-01-28T14:35:40.336" v="235" actId="26606"/>
          <ac:spMkLst>
            <pc:docMk/>
            <pc:sldMk cId="966336341" sldId="257"/>
            <ac:spMk id="18" creationId="{514579E4-5B5F-42C9-B08F-A904C81B14E8}"/>
          </ac:spMkLst>
        </pc:spChg>
        <pc:spChg chg="add del">
          <ac:chgData name="Melina Paxinou" userId="87f0cb605cffc55d" providerId="LiveId" clId="{3CF35D9E-3774-4C2D-A998-9DF679A3F55D}" dt="2025-01-28T14:35:40.336" v="235" actId="26606"/>
          <ac:spMkLst>
            <pc:docMk/>
            <pc:sldMk cId="966336341" sldId="257"/>
            <ac:spMk id="19" creationId="{B41BF6CF-E1B8-4EE2-9AE1-86A58DAFD753}"/>
          </ac:spMkLst>
        </pc:spChg>
        <pc:spChg chg="add">
          <ac:chgData name="Melina Paxinou" userId="87f0cb605cffc55d" providerId="LiveId" clId="{3CF35D9E-3774-4C2D-A998-9DF679A3F55D}" dt="2025-01-28T14:35:40.336" v="235" actId="26606"/>
          <ac:spMkLst>
            <pc:docMk/>
            <pc:sldMk cId="966336341" sldId="257"/>
            <ac:spMk id="24" creationId="{33801627-6861-4EA9-BE98-E0CE33A894D9}"/>
          </ac:spMkLst>
        </pc:spChg>
        <pc:spChg chg="add">
          <ac:chgData name="Melina Paxinou" userId="87f0cb605cffc55d" providerId="LiveId" clId="{3CF35D9E-3774-4C2D-A998-9DF679A3F55D}" dt="2025-01-28T14:35:40.336" v="235" actId="26606"/>
          <ac:spMkLst>
            <pc:docMk/>
            <pc:sldMk cId="966336341" sldId="257"/>
            <ac:spMk id="26" creationId="{93C1483F-490E-4C8A-8765-1F8AF0C67D5F}"/>
          </ac:spMkLst>
        </pc:spChg>
        <pc:spChg chg="add">
          <ac:chgData name="Melina Paxinou" userId="87f0cb605cffc55d" providerId="LiveId" clId="{3CF35D9E-3774-4C2D-A998-9DF679A3F55D}" dt="2025-01-28T14:35:40.336" v="235" actId="26606"/>
          <ac:spMkLst>
            <pc:docMk/>
            <pc:sldMk cId="966336341" sldId="257"/>
            <ac:spMk id="28" creationId="{0249BF42-D05C-4553-9417-7B8695759291}"/>
          </ac:spMkLst>
        </pc:spChg>
      </pc:sldChg>
      <pc:sldChg chg="addSp delSp modSp new mod setBg setClrOvrMap">
        <pc:chgData name="Melina Paxinou" userId="87f0cb605cffc55d" providerId="LiveId" clId="{3CF35D9E-3774-4C2D-A998-9DF679A3F55D}" dt="2025-01-28T15:10:44.192" v="552" actId="113"/>
        <pc:sldMkLst>
          <pc:docMk/>
          <pc:sldMk cId="2976030495" sldId="258"/>
        </pc:sldMkLst>
        <pc:spChg chg="mod">
          <ac:chgData name="Melina Paxinou" userId="87f0cb605cffc55d" providerId="LiveId" clId="{3CF35D9E-3774-4C2D-A998-9DF679A3F55D}" dt="2025-01-28T14:26:48.501" v="144" actId="26606"/>
          <ac:spMkLst>
            <pc:docMk/>
            <pc:sldMk cId="2976030495" sldId="258"/>
            <ac:spMk id="2" creationId="{7B6C15C6-DB04-E986-CA57-1D40E2917171}"/>
          </ac:spMkLst>
        </pc:spChg>
        <pc:spChg chg="add del mod">
          <ac:chgData name="Melina Paxinou" userId="87f0cb605cffc55d" providerId="LiveId" clId="{3CF35D9E-3774-4C2D-A998-9DF679A3F55D}" dt="2025-01-28T14:25:37.567" v="126"/>
          <ac:spMkLst>
            <pc:docMk/>
            <pc:sldMk cId="2976030495" sldId="258"/>
            <ac:spMk id="3" creationId="{9EA16C9A-6E93-774A-BD89-BA218BA38F99}"/>
          </ac:spMkLst>
        </pc:spChg>
        <pc:spChg chg="add mod">
          <ac:chgData name="Melina Paxinou" userId="87f0cb605cffc55d" providerId="LiveId" clId="{3CF35D9E-3774-4C2D-A998-9DF679A3F55D}" dt="2025-01-28T14:25:36.405" v="125"/>
          <ac:spMkLst>
            <pc:docMk/>
            <pc:sldMk cId="2976030495" sldId="258"/>
            <ac:spMk id="4" creationId="{D8E9D423-86C8-D272-3B9D-36E49B052FFB}"/>
          </ac:spMkLst>
        </pc:spChg>
        <pc:spChg chg="add del mod">
          <ac:chgData name="Melina Paxinou" userId="87f0cb605cffc55d" providerId="LiveId" clId="{3CF35D9E-3774-4C2D-A998-9DF679A3F55D}" dt="2025-01-28T14:26:48.501" v="144" actId="26606"/>
          <ac:spMkLst>
            <pc:docMk/>
            <pc:sldMk cId="2976030495" sldId="258"/>
            <ac:spMk id="5" creationId="{3D4DD23A-DA4A-8F20-7E30-E18FE783D0F6}"/>
          </ac:spMkLst>
        </pc:spChg>
        <pc:spChg chg="add del">
          <ac:chgData name="Melina Paxinou" userId="87f0cb605cffc55d" providerId="LiveId" clId="{3CF35D9E-3774-4C2D-A998-9DF679A3F55D}" dt="2025-01-28T14:26:48.486" v="143" actId="26606"/>
          <ac:spMkLst>
            <pc:docMk/>
            <pc:sldMk cId="2976030495" sldId="258"/>
            <ac:spMk id="10" creationId="{5DB0431E-0B04-44A1-9C51-531E28D18A60}"/>
          </ac:spMkLst>
        </pc:spChg>
        <pc:spChg chg="add">
          <ac:chgData name="Melina Paxinou" userId="87f0cb605cffc55d" providerId="LiveId" clId="{3CF35D9E-3774-4C2D-A998-9DF679A3F55D}" dt="2025-01-28T14:26:48.501" v="144" actId="26606"/>
          <ac:spMkLst>
            <pc:docMk/>
            <pc:sldMk cId="2976030495" sldId="258"/>
            <ac:spMk id="11" creationId="{30B3D270-B19D-4DB8-BD3C-3E707485B515}"/>
          </ac:spMkLst>
        </pc:spChg>
        <pc:spChg chg="add del">
          <ac:chgData name="Melina Paxinou" userId="87f0cb605cffc55d" providerId="LiveId" clId="{3CF35D9E-3774-4C2D-A998-9DF679A3F55D}" dt="2025-01-28T14:26:48.486" v="143" actId="26606"/>
          <ac:spMkLst>
            <pc:docMk/>
            <pc:sldMk cId="2976030495" sldId="258"/>
            <ac:spMk id="12" creationId="{6B424749-EEE0-49C9-9ABF-97B171A3EA00}"/>
          </ac:spMkLst>
        </pc:spChg>
        <pc:spChg chg="add">
          <ac:chgData name="Melina Paxinou" userId="87f0cb605cffc55d" providerId="LiveId" clId="{3CF35D9E-3774-4C2D-A998-9DF679A3F55D}" dt="2025-01-28T14:26:48.501" v="144" actId="26606"/>
          <ac:spMkLst>
            <pc:docMk/>
            <pc:sldMk cId="2976030495" sldId="258"/>
            <ac:spMk id="13" creationId="{49BDAF94-B52E-4307-B54C-EF413086FC77}"/>
          </ac:spMkLst>
        </pc:spChg>
        <pc:graphicFrameChg chg="add mod">
          <ac:chgData name="Melina Paxinou" userId="87f0cb605cffc55d" providerId="LiveId" clId="{3CF35D9E-3774-4C2D-A998-9DF679A3F55D}" dt="2025-01-28T15:10:44.192" v="552" actId="113"/>
          <ac:graphicFrameMkLst>
            <pc:docMk/>
            <pc:sldMk cId="2976030495" sldId="258"/>
            <ac:graphicFrameMk id="7" creationId="{3DBB0F84-2C4A-E252-5086-369B3866CE12}"/>
          </ac:graphicFrameMkLst>
        </pc:graphicFrameChg>
      </pc:sldChg>
      <pc:sldChg chg="addSp modSp new mod setBg">
        <pc:chgData name="Melina Paxinou" userId="87f0cb605cffc55d" providerId="LiveId" clId="{3CF35D9E-3774-4C2D-A998-9DF679A3F55D}" dt="2025-01-28T15:07:20.443" v="536" actId="113"/>
        <pc:sldMkLst>
          <pc:docMk/>
          <pc:sldMk cId="4236556050" sldId="259"/>
        </pc:sldMkLst>
        <pc:spChg chg="mod">
          <ac:chgData name="Melina Paxinou" userId="87f0cb605cffc55d" providerId="LiveId" clId="{3CF35D9E-3774-4C2D-A998-9DF679A3F55D}" dt="2025-01-28T14:40:19.422" v="263" actId="26606"/>
          <ac:spMkLst>
            <pc:docMk/>
            <pc:sldMk cId="4236556050" sldId="259"/>
            <ac:spMk id="2" creationId="{3A38E6C6-2ACD-0443-4E5B-24916A2B7D91}"/>
          </ac:spMkLst>
        </pc:spChg>
        <pc:spChg chg="mod">
          <ac:chgData name="Melina Paxinou" userId="87f0cb605cffc55d" providerId="LiveId" clId="{3CF35D9E-3774-4C2D-A998-9DF679A3F55D}" dt="2025-01-28T15:07:20.443" v="536" actId="113"/>
          <ac:spMkLst>
            <pc:docMk/>
            <pc:sldMk cId="4236556050" sldId="259"/>
            <ac:spMk id="3" creationId="{AC181424-42AD-140C-2CBB-92AB5E001FF4}"/>
          </ac:spMkLst>
        </pc:spChg>
        <pc:spChg chg="add">
          <ac:chgData name="Melina Paxinou" userId="87f0cb605cffc55d" providerId="LiveId" clId="{3CF35D9E-3774-4C2D-A998-9DF679A3F55D}" dt="2025-01-28T14:40:19.422" v="263" actId="26606"/>
          <ac:spMkLst>
            <pc:docMk/>
            <pc:sldMk cId="4236556050" sldId="259"/>
            <ac:spMk id="8" creationId="{33801627-6861-4EA9-BE98-E0CE33A894D9}"/>
          </ac:spMkLst>
        </pc:spChg>
        <pc:spChg chg="add">
          <ac:chgData name="Melina Paxinou" userId="87f0cb605cffc55d" providerId="LiveId" clId="{3CF35D9E-3774-4C2D-A998-9DF679A3F55D}" dt="2025-01-28T14:40:19.422" v="263" actId="26606"/>
          <ac:spMkLst>
            <pc:docMk/>
            <pc:sldMk cId="4236556050" sldId="259"/>
            <ac:spMk id="10" creationId="{93C1483F-490E-4C8A-8765-1F8AF0C67D5F}"/>
          </ac:spMkLst>
        </pc:spChg>
        <pc:spChg chg="add">
          <ac:chgData name="Melina Paxinou" userId="87f0cb605cffc55d" providerId="LiveId" clId="{3CF35D9E-3774-4C2D-A998-9DF679A3F55D}" dt="2025-01-28T14:40:19.422" v="263" actId="26606"/>
          <ac:spMkLst>
            <pc:docMk/>
            <pc:sldMk cId="4236556050" sldId="259"/>
            <ac:spMk id="12" creationId="{0249BF42-D05C-4553-9417-7B8695759291}"/>
          </ac:spMkLst>
        </pc:spChg>
      </pc:sldChg>
      <pc:sldChg chg="addSp delSp modSp add del mod">
        <pc:chgData name="Melina Paxinou" userId="87f0cb605cffc55d" providerId="LiveId" clId="{3CF35D9E-3774-4C2D-A998-9DF679A3F55D}" dt="2025-01-28T14:46:47.648" v="339" actId="2696"/>
        <pc:sldMkLst>
          <pc:docMk/>
          <pc:sldMk cId="2649485006" sldId="260"/>
        </pc:sldMkLst>
        <pc:spChg chg="mod">
          <ac:chgData name="Melina Paxinou" userId="87f0cb605cffc55d" providerId="LiveId" clId="{3CF35D9E-3774-4C2D-A998-9DF679A3F55D}" dt="2025-01-28T14:42:48.917" v="306" actId="404"/>
          <ac:spMkLst>
            <pc:docMk/>
            <pc:sldMk cId="2649485006" sldId="260"/>
            <ac:spMk id="3" creationId="{16190FF0-5904-AFB9-52C8-7B7074C47A21}"/>
          </ac:spMkLst>
        </pc:spChg>
        <pc:spChg chg="add">
          <ac:chgData name="Melina Paxinou" userId="87f0cb605cffc55d" providerId="LiveId" clId="{3CF35D9E-3774-4C2D-A998-9DF679A3F55D}" dt="2025-01-28T14:41:40.426" v="264"/>
          <ac:spMkLst>
            <pc:docMk/>
            <pc:sldMk cId="2649485006" sldId="260"/>
            <ac:spMk id="4" creationId="{99920455-8765-C3C3-7992-DDED7D138074}"/>
          </ac:spMkLst>
        </pc:spChg>
        <pc:spChg chg="add">
          <ac:chgData name="Melina Paxinou" userId="87f0cb605cffc55d" providerId="LiveId" clId="{3CF35D9E-3774-4C2D-A998-9DF679A3F55D}" dt="2025-01-28T14:41:40.426" v="264"/>
          <ac:spMkLst>
            <pc:docMk/>
            <pc:sldMk cId="2649485006" sldId="260"/>
            <ac:spMk id="5" creationId="{DA404EE4-0383-7028-D77C-DEED1754E326}"/>
          </ac:spMkLst>
        </pc:spChg>
        <pc:spChg chg="add">
          <ac:chgData name="Melina Paxinou" userId="87f0cb605cffc55d" providerId="LiveId" clId="{3CF35D9E-3774-4C2D-A998-9DF679A3F55D}" dt="2025-01-28T14:41:40.426" v="264"/>
          <ac:spMkLst>
            <pc:docMk/>
            <pc:sldMk cId="2649485006" sldId="260"/>
            <ac:spMk id="6" creationId="{25E44847-74A3-A895-2D1A-78AF6B2B4B0E}"/>
          </ac:spMkLst>
        </pc:spChg>
        <pc:spChg chg="add del mod">
          <ac:chgData name="Melina Paxinou" userId="87f0cb605cffc55d" providerId="LiveId" clId="{3CF35D9E-3774-4C2D-A998-9DF679A3F55D}" dt="2025-01-28T14:42:26.111" v="287"/>
          <ac:spMkLst>
            <pc:docMk/>
            <pc:sldMk cId="2649485006" sldId="260"/>
            <ac:spMk id="7" creationId="{EDB0C0A3-D5D4-6A82-1E7D-47F7BB4DB797}"/>
          </ac:spMkLst>
        </pc:spChg>
        <pc:spChg chg="add mod">
          <ac:chgData name="Melina Paxinou" userId="87f0cb605cffc55d" providerId="LiveId" clId="{3CF35D9E-3774-4C2D-A998-9DF679A3F55D}" dt="2025-01-28T14:41:54.783" v="266" actId="688"/>
          <ac:spMkLst>
            <pc:docMk/>
            <pc:sldMk cId="2649485006" sldId="260"/>
            <ac:spMk id="8" creationId="{773104E6-AAD2-2D37-A71B-CF006CA7F12A}"/>
          </ac:spMkLst>
        </pc:spChg>
        <pc:spChg chg="add mod">
          <ac:chgData name="Melina Paxinou" userId="87f0cb605cffc55d" providerId="LiveId" clId="{3CF35D9E-3774-4C2D-A998-9DF679A3F55D}" dt="2025-01-28T14:41:54.783" v="266" actId="688"/>
          <ac:spMkLst>
            <pc:docMk/>
            <pc:sldMk cId="2649485006" sldId="260"/>
            <ac:spMk id="9" creationId="{8AD7CE3F-F7A9-8668-FE50-EB695E704195}"/>
          </ac:spMkLst>
        </pc:spChg>
      </pc:sldChg>
      <pc:sldChg chg="add del">
        <pc:chgData name="Melina Paxinou" userId="87f0cb605cffc55d" providerId="LiveId" clId="{3CF35D9E-3774-4C2D-A998-9DF679A3F55D}" dt="2025-01-28T14:46:55.441" v="341" actId="2696"/>
        <pc:sldMkLst>
          <pc:docMk/>
          <pc:sldMk cId="3457466556" sldId="261"/>
        </pc:sldMkLst>
      </pc:sldChg>
      <pc:sldChg chg="addSp modSp new mod setBg">
        <pc:chgData name="Melina Paxinou" userId="87f0cb605cffc55d" providerId="LiveId" clId="{3CF35D9E-3774-4C2D-A998-9DF679A3F55D}" dt="2025-01-28T14:58:05.094" v="454" actId="113"/>
        <pc:sldMkLst>
          <pc:docMk/>
          <pc:sldMk cId="1142915357" sldId="262"/>
        </pc:sldMkLst>
        <pc:spChg chg="mod">
          <ac:chgData name="Melina Paxinou" userId="87f0cb605cffc55d" providerId="LiveId" clId="{3CF35D9E-3774-4C2D-A998-9DF679A3F55D}" dt="2025-01-28T14:51:58.806" v="392" actId="26606"/>
          <ac:spMkLst>
            <pc:docMk/>
            <pc:sldMk cId="1142915357" sldId="262"/>
            <ac:spMk id="2" creationId="{49E78076-727E-744A-71AE-B4510CA96CA5}"/>
          </ac:spMkLst>
        </pc:spChg>
        <pc:spChg chg="mod">
          <ac:chgData name="Melina Paxinou" userId="87f0cb605cffc55d" providerId="LiveId" clId="{3CF35D9E-3774-4C2D-A998-9DF679A3F55D}" dt="2025-01-28T14:58:05.094" v="454" actId="113"/>
          <ac:spMkLst>
            <pc:docMk/>
            <pc:sldMk cId="1142915357" sldId="262"/>
            <ac:spMk id="3" creationId="{0E1E396A-E4DB-2555-F598-21D31F208777}"/>
          </ac:spMkLst>
        </pc:spChg>
        <pc:spChg chg="add">
          <ac:chgData name="Melina Paxinou" userId="87f0cb605cffc55d" providerId="LiveId" clId="{3CF35D9E-3774-4C2D-A998-9DF679A3F55D}" dt="2025-01-28T14:51:58.806" v="392" actId="26606"/>
          <ac:spMkLst>
            <pc:docMk/>
            <pc:sldMk cId="1142915357" sldId="262"/>
            <ac:spMk id="8" creationId="{33801627-6861-4EA9-BE98-E0CE33A894D9}"/>
          </ac:spMkLst>
        </pc:spChg>
        <pc:spChg chg="add">
          <ac:chgData name="Melina Paxinou" userId="87f0cb605cffc55d" providerId="LiveId" clId="{3CF35D9E-3774-4C2D-A998-9DF679A3F55D}" dt="2025-01-28T14:51:58.806" v="392" actId="26606"/>
          <ac:spMkLst>
            <pc:docMk/>
            <pc:sldMk cId="1142915357" sldId="262"/>
            <ac:spMk id="10" creationId="{93C1483F-490E-4C8A-8765-1F8AF0C67D5F}"/>
          </ac:spMkLst>
        </pc:spChg>
        <pc:spChg chg="add">
          <ac:chgData name="Melina Paxinou" userId="87f0cb605cffc55d" providerId="LiveId" clId="{3CF35D9E-3774-4C2D-A998-9DF679A3F55D}" dt="2025-01-28T14:51:58.806" v="392" actId="26606"/>
          <ac:spMkLst>
            <pc:docMk/>
            <pc:sldMk cId="1142915357" sldId="262"/>
            <ac:spMk id="12" creationId="{0249BF42-D05C-4553-9417-7B8695759291}"/>
          </ac:spMkLst>
        </pc:spChg>
      </pc:sldChg>
      <pc:sldChg chg="addSp modSp add mod setBg">
        <pc:chgData name="Melina Paxinou" userId="87f0cb605cffc55d" providerId="LiveId" clId="{3CF35D9E-3774-4C2D-A998-9DF679A3F55D}" dt="2025-01-28T15:01:17.287" v="456" actId="113"/>
        <pc:sldMkLst>
          <pc:docMk/>
          <pc:sldMk cId="2275445954" sldId="263"/>
        </pc:sldMkLst>
        <pc:spChg chg="mod">
          <ac:chgData name="Melina Paxinou" userId="87f0cb605cffc55d" providerId="LiveId" clId="{3CF35D9E-3774-4C2D-A998-9DF679A3F55D}" dt="2025-01-28T14:55:40.587" v="428" actId="26606"/>
          <ac:spMkLst>
            <pc:docMk/>
            <pc:sldMk cId="2275445954" sldId="263"/>
            <ac:spMk id="2" creationId="{B877CF63-ED98-F509-4FCA-2A2E1D4AC145}"/>
          </ac:spMkLst>
        </pc:spChg>
        <pc:spChg chg="mod">
          <ac:chgData name="Melina Paxinou" userId="87f0cb605cffc55d" providerId="LiveId" clId="{3CF35D9E-3774-4C2D-A998-9DF679A3F55D}" dt="2025-01-28T15:01:17.287" v="456" actId="113"/>
          <ac:spMkLst>
            <pc:docMk/>
            <pc:sldMk cId="2275445954" sldId="263"/>
            <ac:spMk id="3" creationId="{A0DBBBCE-5836-C87B-763C-ACD990312688}"/>
          </ac:spMkLst>
        </pc:spChg>
        <pc:spChg chg="add">
          <ac:chgData name="Melina Paxinou" userId="87f0cb605cffc55d" providerId="LiveId" clId="{3CF35D9E-3774-4C2D-A998-9DF679A3F55D}" dt="2025-01-28T14:55:40.587" v="428" actId="26606"/>
          <ac:spMkLst>
            <pc:docMk/>
            <pc:sldMk cId="2275445954" sldId="263"/>
            <ac:spMk id="8" creationId="{33801627-6861-4EA9-BE98-E0CE33A894D9}"/>
          </ac:spMkLst>
        </pc:spChg>
        <pc:spChg chg="add">
          <ac:chgData name="Melina Paxinou" userId="87f0cb605cffc55d" providerId="LiveId" clId="{3CF35D9E-3774-4C2D-A998-9DF679A3F55D}" dt="2025-01-28T14:55:40.587" v="428" actId="26606"/>
          <ac:spMkLst>
            <pc:docMk/>
            <pc:sldMk cId="2275445954" sldId="263"/>
            <ac:spMk id="10" creationId="{93C1483F-490E-4C8A-8765-1F8AF0C67D5F}"/>
          </ac:spMkLst>
        </pc:spChg>
        <pc:spChg chg="add">
          <ac:chgData name="Melina Paxinou" userId="87f0cb605cffc55d" providerId="LiveId" clId="{3CF35D9E-3774-4C2D-A998-9DF679A3F55D}" dt="2025-01-28T14:55:40.587" v="428" actId="26606"/>
          <ac:spMkLst>
            <pc:docMk/>
            <pc:sldMk cId="2275445954" sldId="263"/>
            <ac:spMk id="12" creationId="{0249BF42-D05C-4553-9417-7B8695759291}"/>
          </ac:spMkLst>
        </pc:spChg>
      </pc:sldChg>
      <pc:sldChg chg="addSp delSp modSp new mod setBg setClrOvrMap">
        <pc:chgData name="Melina Paxinou" userId="87f0cb605cffc55d" providerId="LiveId" clId="{3CF35D9E-3774-4C2D-A998-9DF679A3F55D}" dt="2025-01-28T15:05:23.681" v="534" actId="26606"/>
        <pc:sldMkLst>
          <pc:docMk/>
          <pc:sldMk cId="1610458710" sldId="264"/>
        </pc:sldMkLst>
        <pc:spChg chg="mod">
          <ac:chgData name="Melina Paxinou" userId="87f0cb605cffc55d" providerId="LiveId" clId="{3CF35D9E-3774-4C2D-A998-9DF679A3F55D}" dt="2025-01-28T15:02:26.208" v="464" actId="26606"/>
          <ac:spMkLst>
            <pc:docMk/>
            <pc:sldMk cId="1610458710" sldId="264"/>
            <ac:spMk id="2" creationId="{4D253FC5-5BBF-0302-784F-61EF4441A81F}"/>
          </ac:spMkLst>
        </pc:spChg>
        <pc:spChg chg="add del">
          <ac:chgData name="Melina Paxinou" userId="87f0cb605cffc55d" providerId="LiveId" clId="{3CF35D9E-3774-4C2D-A998-9DF679A3F55D}" dt="2025-01-28T15:02:18.708" v="463"/>
          <ac:spMkLst>
            <pc:docMk/>
            <pc:sldMk cId="1610458710" sldId="264"/>
            <ac:spMk id="3" creationId="{2FD7385E-D412-3E72-7CD0-3F21DC99D76C}"/>
          </ac:spMkLst>
        </pc:spChg>
        <pc:spChg chg="add del mod">
          <ac:chgData name="Melina Paxinou" userId="87f0cb605cffc55d" providerId="LiveId" clId="{3CF35D9E-3774-4C2D-A998-9DF679A3F55D}" dt="2025-01-28T15:05:23.681" v="534" actId="26606"/>
          <ac:spMkLst>
            <pc:docMk/>
            <pc:sldMk cId="1610458710" sldId="264"/>
            <ac:spMk id="4" creationId="{323E9DA7-384C-E347-93C6-31A09921F7F2}"/>
          </ac:spMkLst>
        </pc:spChg>
        <pc:spChg chg="add">
          <ac:chgData name="Melina Paxinou" userId="87f0cb605cffc55d" providerId="LiveId" clId="{3CF35D9E-3774-4C2D-A998-9DF679A3F55D}" dt="2025-01-28T15:02:26.208" v="464" actId="26606"/>
          <ac:spMkLst>
            <pc:docMk/>
            <pc:sldMk cId="1610458710" sldId="264"/>
            <ac:spMk id="9" creationId="{5DB0431E-0B04-44A1-9C51-531E28D18A60}"/>
          </ac:spMkLst>
        </pc:spChg>
        <pc:spChg chg="add">
          <ac:chgData name="Melina Paxinou" userId="87f0cb605cffc55d" providerId="LiveId" clId="{3CF35D9E-3774-4C2D-A998-9DF679A3F55D}" dt="2025-01-28T15:02:26.208" v="464" actId="26606"/>
          <ac:spMkLst>
            <pc:docMk/>
            <pc:sldMk cId="1610458710" sldId="264"/>
            <ac:spMk id="11" creationId="{6B424749-EEE0-49C9-9ABF-97B171A3EA00}"/>
          </ac:spMkLst>
        </pc:spChg>
        <pc:graphicFrameChg chg="add">
          <ac:chgData name="Melina Paxinou" userId="87f0cb605cffc55d" providerId="LiveId" clId="{3CF35D9E-3774-4C2D-A998-9DF679A3F55D}" dt="2025-01-28T15:05:23.681" v="534" actId="26606"/>
          <ac:graphicFrameMkLst>
            <pc:docMk/>
            <pc:sldMk cId="1610458710" sldId="264"/>
            <ac:graphicFrameMk id="13" creationId="{0B1E8ECD-25D5-D8C5-78AF-284BFC29753D}"/>
          </ac:graphicFrameMkLst>
        </pc:graphicFrameChg>
      </pc:sldChg>
      <pc:sldChg chg="addSp delSp modSp new mod setBg">
        <pc:chgData name="Melina Paxinou" userId="87f0cb605cffc55d" providerId="LiveId" clId="{3CF35D9E-3774-4C2D-A998-9DF679A3F55D}" dt="2025-01-28T14:22:30.670" v="121" actId="20577"/>
        <pc:sldMkLst>
          <pc:docMk/>
          <pc:sldMk cId="3430419294" sldId="265"/>
        </pc:sldMkLst>
        <pc:spChg chg="mod">
          <ac:chgData name="Melina Paxinou" userId="87f0cb605cffc55d" providerId="LiveId" clId="{3CF35D9E-3774-4C2D-A998-9DF679A3F55D}" dt="2025-01-28T14:22:30.670" v="121" actId="20577"/>
          <ac:spMkLst>
            <pc:docMk/>
            <pc:sldMk cId="3430419294" sldId="265"/>
            <ac:spMk id="2" creationId="{16E07AB3-8CE0-59B6-8E43-BA7EB6717C74}"/>
          </ac:spMkLst>
        </pc:spChg>
        <pc:spChg chg="del">
          <ac:chgData name="Melina Paxinou" userId="87f0cb605cffc55d" providerId="LiveId" clId="{3CF35D9E-3774-4C2D-A998-9DF679A3F55D}" dt="2025-01-28T14:22:22.703" v="95" actId="26606"/>
          <ac:spMkLst>
            <pc:docMk/>
            <pc:sldMk cId="3430419294" sldId="265"/>
            <ac:spMk id="3" creationId="{C8BE6E63-856E-CA65-18B1-280BEC0A5701}"/>
          </ac:spMkLst>
        </pc:spChg>
        <pc:spChg chg="add">
          <ac:chgData name="Melina Paxinou" userId="87f0cb605cffc55d" providerId="LiveId" clId="{3CF35D9E-3774-4C2D-A998-9DF679A3F55D}" dt="2025-01-28T14:22:22.703" v="95" actId="26606"/>
          <ac:spMkLst>
            <pc:docMk/>
            <pc:sldMk cId="3430419294" sldId="265"/>
            <ac:spMk id="8" creationId="{A6F05DDE-5F2C-44F5-BACC-DED4737B11B8}"/>
          </ac:spMkLst>
        </pc:spChg>
        <pc:spChg chg="add">
          <ac:chgData name="Melina Paxinou" userId="87f0cb605cffc55d" providerId="LiveId" clId="{3CF35D9E-3774-4C2D-A998-9DF679A3F55D}" dt="2025-01-28T14:22:22.703" v="95" actId="26606"/>
          <ac:spMkLst>
            <pc:docMk/>
            <pc:sldMk cId="3430419294" sldId="265"/>
            <ac:spMk id="10" creationId="{B6BC6A0D-8979-47FF-B606-70528EF8E548}"/>
          </ac:spMkLst>
        </pc:spChg>
        <pc:spChg chg="add">
          <ac:chgData name="Melina Paxinou" userId="87f0cb605cffc55d" providerId="LiveId" clId="{3CF35D9E-3774-4C2D-A998-9DF679A3F55D}" dt="2025-01-28T14:22:22.703" v="95" actId="26606"/>
          <ac:spMkLst>
            <pc:docMk/>
            <pc:sldMk cId="3430419294" sldId="265"/>
            <ac:spMk id="12" creationId="{3B92CCBF-1641-4D35-9B74-6E4981730FF5}"/>
          </ac:spMkLst>
        </pc:spChg>
      </pc:sldChg>
      <pc:sldChg chg="addSp delSp modSp new mod setBg">
        <pc:chgData name="Melina Paxinou" userId="87f0cb605cffc55d" providerId="LiveId" clId="{3CF35D9E-3774-4C2D-A998-9DF679A3F55D}" dt="2025-01-28T15:10:29.954" v="540" actId="20577"/>
        <pc:sldMkLst>
          <pc:docMk/>
          <pc:sldMk cId="2069705977" sldId="266"/>
        </pc:sldMkLst>
        <pc:spChg chg="mod">
          <ac:chgData name="Melina Paxinou" userId="87f0cb605cffc55d" providerId="LiveId" clId="{3CF35D9E-3774-4C2D-A998-9DF679A3F55D}" dt="2025-01-28T14:31:19.828" v="188" actId="26606"/>
          <ac:spMkLst>
            <pc:docMk/>
            <pc:sldMk cId="2069705977" sldId="266"/>
            <ac:spMk id="2" creationId="{594628BA-8D7A-09F7-7763-287D22B5EDCF}"/>
          </ac:spMkLst>
        </pc:spChg>
        <pc:spChg chg="add del">
          <ac:chgData name="Melina Paxinou" userId="87f0cb605cffc55d" providerId="LiveId" clId="{3CF35D9E-3774-4C2D-A998-9DF679A3F55D}" dt="2025-01-28T14:29:15.570" v="170"/>
          <ac:spMkLst>
            <pc:docMk/>
            <pc:sldMk cId="2069705977" sldId="266"/>
            <ac:spMk id="3" creationId="{FC356FA6-00F5-C717-D1A7-80D2BA888636}"/>
          </ac:spMkLst>
        </pc:spChg>
        <pc:spChg chg="add mod">
          <ac:chgData name="Melina Paxinou" userId="87f0cb605cffc55d" providerId="LiveId" clId="{3CF35D9E-3774-4C2D-A998-9DF679A3F55D}" dt="2025-01-28T15:10:29.954" v="540" actId="20577"/>
          <ac:spMkLst>
            <pc:docMk/>
            <pc:sldMk cId="2069705977" sldId="266"/>
            <ac:spMk id="4" creationId="{D72AE99F-6734-BA7B-F43D-3ED09F4D2D92}"/>
          </ac:spMkLst>
        </pc:spChg>
        <pc:spChg chg="add del">
          <ac:chgData name="Melina Paxinou" userId="87f0cb605cffc55d" providerId="LiveId" clId="{3CF35D9E-3774-4C2D-A998-9DF679A3F55D}" dt="2025-01-28T14:30:59.053" v="182" actId="26606"/>
          <ac:spMkLst>
            <pc:docMk/>
            <pc:sldMk cId="2069705977" sldId="266"/>
            <ac:spMk id="9" creationId="{C758EC8D-68D1-4138-B719-BE00C78AD146}"/>
          </ac:spMkLst>
        </pc:spChg>
        <pc:spChg chg="add del">
          <ac:chgData name="Melina Paxinou" userId="87f0cb605cffc55d" providerId="LiveId" clId="{3CF35D9E-3774-4C2D-A998-9DF679A3F55D}" dt="2025-01-28T14:30:59.053" v="182" actId="26606"/>
          <ac:spMkLst>
            <pc:docMk/>
            <pc:sldMk cId="2069705977" sldId="266"/>
            <ac:spMk id="11" creationId="{514579E4-5B5F-42C9-B08F-A904C81B14E8}"/>
          </ac:spMkLst>
        </pc:spChg>
        <pc:spChg chg="add del">
          <ac:chgData name="Melina Paxinou" userId="87f0cb605cffc55d" providerId="LiveId" clId="{3CF35D9E-3774-4C2D-A998-9DF679A3F55D}" dt="2025-01-28T14:30:59.053" v="182" actId="26606"/>
          <ac:spMkLst>
            <pc:docMk/>
            <pc:sldMk cId="2069705977" sldId="266"/>
            <ac:spMk id="13" creationId="{B41BF6CF-E1B8-4EE2-9AE1-86A58DAFD753}"/>
          </ac:spMkLst>
        </pc:spChg>
        <pc:spChg chg="add del">
          <ac:chgData name="Melina Paxinou" userId="87f0cb605cffc55d" providerId="LiveId" clId="{3CF35D9E-3774-4C2D-A998-9DF679A3F55D}" dt="2025-01-28T14:31:06.651" v="183" actId="26606"/>
          <ac:spMkLst>
            <pc:docMk/>
            <pc:sldMk cId="2069705977" sldId="266"/>
            <ac:spMk id="18" creationId="{33801627-6861-4EA9-BE98-E0CE33A894D9}"/>
          </ac:spMkLst>
        </pc:spChg>
        <pc:spChg chg="add del">
          <ac:chgData name="Melina Paxinou" userId="87f0cb605cffc55d" providerId="LiveId" clId="{3CF35D9E-3774-4C2D-A998-9DF679A3F55D}" dt="2025-01-28T14:31:06.651" v="183" actId="26606"/>
          <ac:spMkLst>
            <pc:docMk/>
            <pc:sldMk cId="2069705977" sldId="266"/>
            <ac:spMk id="20" creationId="{93C1483F-490E-4C8A-8765-1F8AF0C67D5F}"/>
          </ac:spMkLst>
        </pc:spChg>
        <pc:spChg chg="add del">
          <ac:chgData name="Melina Paxinou" userId="87f0cb605cffc55d" providerId="LiveId" clId="{3CF35D9E-3774-4C2D-A998-9DF679A3F55D}" dt="2025-01-28T14:31:06.651" v="183" actId="26606"/>
          <ac:spMkLst>
            <pc:docMk/>
            <pc:sldMk cId="2069705977" sldId="266"/>
            <ac:spMk id="22" creationId="{0249BF42-D05C-4553-9417-7B8695759291}"/>
          </ac:spMkLst>
        </pc:spChg>
        <pc:spChg chg="add del">
          <ac:chgData name="Melina Paxinou" userId="87f0cb605cffc55d" providerId="LiveId" clId="{3CF35D9E-3774-4C2D-A998-9DF679A3F55D}" dt="2025-01-28T14:31:19.828" v="188" actId="26606"/>
          <ac:spMkLst>
            <pc:docMk/>
            <pc:sldMk cId="2069705977" sldId="266"/>
            <ac:spMk id="27" creationId="{C758EC8D-68D1-4138-B719-BE00C78AD146}"/>
          </ac:spMkLst>
        </pc:spChg>
        <pc:spChg chg="add del">
          <ac:chgData name="Melina Paxinou" userId="87f0cb605cffc55d" providerId="LiveId" clId="{3CF35D9E-3774-4C2D-A998-9DF679A3F55D}" dt="2025-01-28T14:31:19.828" v="188" actId="26606"/>
          <ac:spMkLst>
            <pc:docMk/>
            <pc:sldMk cId="2069705977" sldId="266"/>
            <ac:spMk id="29" creationId="{514579E4-5B5F-42C9-B08F-A904C81B14E8}"/>
          </ac:spMkLst>
        </pc:spChg>
        <pc:spChg chg="add del">
          <ac:chgData name="Melina Paxinou" userId="87f0cb605cffc55d" providerId="LiveId" clId="{3CF35D9E-3774-4C2D-A998-9DF679A3F55D}" dt="2025-01-28T14:31:19.828" v="188" actId="26606"/>
          <ac:spMkLst>
            <pc:docMk/>
            <pc:sldMk cId="2069705977" sldId="266"/>
            <ac:spMk id="31" creationId="{B41BF6CF-E1B8-4EE2-9AE1-86A58DAFD753}"/>
          </ac:spMkLst>
        </pc:spChg>
        <pc:spChg chg="add del">
          <ac:chgData name="Melina Paxinou" userId="87f0cb605cffc55d" providerId="LiveId" clId="{3CF35D9E-3774-4C2D-A998-9DF679A3F55D}" dt="2025-01-28T14:31:15.289" v="185" actId="26606"/>
          <ac:spMkLst>
            <pc:docMk/>
            <pc:sldMk cId="2069705977" sldId="266"/>
            <ac:spMk id="36" creationId="{33801627-6861-4EA9-BE98-E0CE33A894D9}"/>
          </ac:spMkLst>
        </pc:spChg>
        <pc:spChg chg="add del">
          <ac:chgData name="Melina Paxinou" userId="87f0cb605cffc55d" providerId="LiveId" clId="{3CF35D9E-3774-4C2D-A998-9DF679A3F55D}" dt="2025-01-28T14:31:15.289" v="185" actId="26606"/>
          <ac:spMkLst>
            <pc:docMk/>
            <pc:sldMk cId="2069705977" sldId="266"/>
            <ac:spMk id="38" creationId="{93C1483F-490E-4C8A-8765-1F8AF0C67D5F}"/>
          </ac:spMkLst>
        </pc:spChg>
        <pc:spChg chg="add del">
          <ac:chgData name="Melina Paxinou" userId="87f0cb605cffc55d" providerId="LiveId" clId="{3CF35D9E-3774-4C2D-A998-9DF679A3F55D}" dt="2025-01-28T14:31:15.289" v="185" actId="26606"/>
          <ac:spMkLst>
            <pc:docMk/>
            <pc:sldMk cId="2069705977" sldId="266"/>
            <ac:spMk id="40" creationId="{0249BF42-D05C-4553-9417-7B8695759291}"/>
          </ac:spMkLst>
        </pc:spChg>
        <pc:spChg chg="add del">
          <ac:chgData name="Melina Paxinou" userId="87f0cb605cffc55d" providerId="LiveId" clId="{3CF35D9E-3774-4C2D-A998-9DF679A3F55D}" dt="2025-01-28T14:31:19.828" v="187" actId="26606"/>
          <ac:spMkLst>
            <pc:docMk/>
            <pc:sldMk cId="2069705977" sldId="266"/>
            <ac:spMk id="42" creationId="{0AE80D91-18AA-438F-BFF4-E6BABFDFBABE}"/>
          </ac:spMkLst>
        </pc:spChg>
        <pc:spChg chg="add del">
          <ac:chgData name="Melina Paxinou" userId="87f0cb605cffc55d" providerId="LiveId" clId="{3CF35D9E-3774-4C2D-A998-9DF679A3F55D}" dt="2025-01-28T14:31:19.828" v="187" actId="26606"/>
          <ac:spMkLst>
            <pc:docMk/>
            <pc:sldMk cId="2069705977" sldId="266"/>
            <ac:spMk id="43" creationId="{EF05C5AB-8A34-4DF3-AB54-AD74AA4324E8}"/>
          </ac:spMkLst>
        </pc:spChg>
        <pc:spChg chg="add del">
          <ac:chgData name="Melina Paxinou" userId="87f0cb605cffc55d" providerId="LiveId" clId="{3CF35D9E-3774-4C2D-A998-9DF679A3F55D}" dt="2025-01-28T14:31:19.828" v="187" actId="26606"/>
          <ac:spMkLst>
            <pc:docMk/>
            <pc:sldMk cId="2069705977" sldId="266"/>
            <ac:spMk id="44" creationId="{AA3B856C-9196-4702-BED7-5733C7EAA667}"/>
          </ac:spMkLst>
        </pc:spChg>
        <pc:spChg chg="add">
          <ac:chgData name="Melina Paxinou" userId="87f0cb605cffc55d" providerId="LiveId" clId="{3CF35D9E-3774-4C2D-A998-9DF679A3F55D}" dt="2025-01-28T14:31:19.828" v="188" actId="26606"/>
          <ac:spMkLst>
            <pc:docMk/>
            <pc:sldMk cId="2069705977" sldId="266"/>
            <ac:spMk id="46" creationId="{33801627-6861-4EA9-BE98-E0CE33A894D9}"/>
          </ac:spMkLst>
        </pc:spChg>
        <pc:spChg chg="add">
          <ac:chgData name="Melina Paxinou" userId="87f0cb605cffc55d" providerId="LiveId" clId="{3CF35D9E-3774-4C2D-A998-9DF679A3F55D}" dt="2025-01-28T14:31:19.828" v="188" actId="26606"/>
          <ac:spMkLst>
            <pc:docMk/>
            <pc:sldMk cId="2069705977" sldId="266"/>
            <ac:spMk id="47" creationId="{93C1483F-490E-4C8A-8765-1F8AF0C67D5F}"/>
          </ac:spMkLst>
        </pc:spChg>
        <pc:spChg chg="add">
          <ac:chgData name="Melina Paxinou" userId="87f0cb605cffc55d" providerId="LiveId" clId="{3CF35D9E-3774-4C2D-A998-9DF679A3F55D}" dt="2025-01-28T14:31:19.828" v="188" actId="26606"/>
          <ac:spMkLst>
            <pc:docMk/>
            <pc:sldMk cId="2069705977" sldId="266"/>
            <ac:spMk id="48" creationId="{0249BF42-D05C-4553-9417-7B8695759291}"/>
          </ac:spMkLst>
        </pc:spChg>
      </pc:sldChg>
      <pc:sldChg chg="modSp add mod">
        <pc:chgData name="Melina Paxinou" userId="87f0cb605cffc55d" providerId="LiveId" clId="{3CF35D9E-3774-4C2D-A998-9DF679A3F55D}" dt="2025-01-28T14:48:06.760" v="357" actId="12"/>
        <pc:sldMkLst>
          <pc:docMk/>
          <pc:sldMk cId="1988231507" sldId="267"/>
        </pc:sldMkLst>
        <pc:spChg chg="mod">
          <ac:chgData name="Melina Paxinou" userId="87f0cb605cffc55d" providerId="LiveId" clId="{3CF35D9E-3774-4C2D-A998-9DF679A3F55D}" dt="2025-01-28T14:48:06.760" v="357" actId="12"/>
          <ac:spMkLst>
            <pc:docMk/>
            <pc:sldMk cId="1988231507" sldId="267"/>
            <ac:spMk id="3" creationId="{FF660B4B-D2AD-5139-35C3-5B4DE4B7236F}"/>
          </ac:spMkLst>
        </pc:spChg>
      </pc:sldChg>
      <pc:sldChg chg="modSp add mod">
        <pc:chgData name="Melina Paxinou" userId="87f0cb605cffc55d" providerId="LiveId" clId="{3CF35D9E-3774-4C2D-A998-9DF679A3F55D}" dt="2025-01-28T16:29:44.395" v="623" actId="113"/>
        <pc:sldMkLst>
          <pc:docMk/>
          <pc:sldMk cId="2404906425" sldId="268"/>
        </pc:sldMkLst>
        <pc:spChg chg="mod">
          <ac:chgData name="Melina Paxinou" userId="87f0cb605cffc55d" providerId="LiveId" clId="{3CF35D9E-3774-4C2D-A998-9DF679A3F55D}" dt="2025-01-28T16:29:44.395" v="623" actId="113"/>
          <ac:spMkLst>
            <pc:docMk/>
            <pc:sldMk cId="2404906425" sldId="268"/>
            <ac:spMk id="3" creationId="{E2D1125F-AC9C-DD1E-0C70-0117E4B37698}"/>
          </ac:spMkLst>
        </pc:spChg>
      </pc:sldChg>
      <pc:sldChg chg="addSp delSp modSp new mod setBg setClrOvrMap">
        <pc:chgData name="Melina Paxinou" userId="87f0cb605cffc55d" providerId="LiveId" clId="{3CF35D9E-3774-4C2D-A998-9DF679A3F55D}" dt="2025-01-28T15:12:44.155" v="600" actId="948"/>
        <pc:sldMkLst>
          <pc:docMk/>
          <pc:sldMk cId="1661326139" sldId="269"/>
        </pc:sldMkLst>
        <pc:spChg chg="mod">
          <ac:chgData name="Melina Paxinou" userId="87f0cb605cffc55d" providerId="LiveId" clId="{3CF35D9E-3774-4C2D-A998-9DF679A3F55D}" dt="2025-01-28T15:12:10.477" v="597" actId="26606"/>
          <ac:spMkLst>
            <pc:docMk/>
            <pc:sldMk cId="1661326139" sldId="269"/>
            <ac:spMk id="2" creationId="{E41C383A-7951-2934-6FBE-3D0893352923}"/>
          </ac:spMkLst>
        </pc:spChg>
        <pc:spChg chg="mod">
          <ac:chgData name="Melina Paxinou" userId="87f0cb605cffc55d" providerId="LiveId" clId="{3CF35D9E-3774-4C2D-A998-9DF679A3F55D}" dt="2025-01-28T15:12:44.155" v="600" actId="948"/>
          <ac:spMkLst>
            <pc:docMk/>
            <pc:sldMk cId="1661326139" sldId="269"/>
            <ac:spMk id="3" creationId="{72632289-6783-FB7F-2ADE-4CEE5D4DB8AA}"/>
          </ac:spMkLst>
        </pc:spChg>
        <pc:spChg chg="add">
          <ac:chgData name="Melina Paxinou" userId="87f0cb605cffc55d" providerId="LiveId" clId="{3CF35D9E-3774-4C2D-A998-9DF679A3F55D}" dt="2025-01-28T15:12:10.477" v="597" actId="26606"/>
          <ac:spMkLst>
            <pc:docMk/>
            <pc:sldMk cId="1661326139" sldId="269"/>
            <ac:spMk id="8" creationId="{5DB0431E-0B04-44A1-9C51-531E28D18A60}"/>
          </ac:spMkLst>
        </pc:spChg>
        <pc:spChg chg="add">
          <ac:chgData name="Melina Paxinou" userId="87f0cb605cffc55d" providerId="LiveId" clId="{3CF35D9E-3774-4C2D-A998-9DF679A3F55D}" dt="2025-01-28T15:12:10.477" v="597" actId="26606"/>
          <ac:spMkLst>
            <pc:docMk/>
            <pc:sldMk cId="1661326139" sldId="269"/>
            <ac:spMk id="10" creationId="{6B424749-EEE0-49C9-9ABF-97B171A3EA00}"/>
          </ac:spMkLst>
        </pc:spChg>
        <pc:picChg chg="add del">
          <ac:chgData name="Melina Paxinou" userId="87f0cb605cffc55d" providerId="LiveId" clId="{3CF35D9E-3774-4C2D-A998-9DF679A3F55D}" dt="2025-01-28T15:12:10.477" v="596" actId="26606"/>
          <ac:picMkLst>
            <pc:docMk/>
            <pc:sldMk cId="1661326139" sldId="269"/>
            <ac:picMk id="7" creationId="{1DF92C40-6498-90D9-790D-85D20CB0314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963DB0-8278-41EE-9487-379AA85C37E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07F88C-DD31-4011-9ABC-7F0454FC6D9C}">
      <dgm:prSet/>
      <dgm:spPr/>
      <dgm:t>
        <a:bodyPr/>
        <a:lstStyle/>
        <a:p>
          <a:r>
            <a:rPr lang="en-US" b="1" i="0" baseline="0"/>
            <a:t>Introduction</a:t>
          </a:r>
          <a:endParaRPr lang="en-US"/>
        </a:p>
      </dgm:t>
    </dgm:pt>
    <dgm:pt modelId="{B8DCFE05-E068-41B8-9824-4D9C3F43AEB0}" type="parTrans" cxnId="{BE77DC4D-778D-4FED-A4AA-FA3FF922798E}">
      <dgm:prSet/>
      <dgm:spPr/>
      <dgm:t>
        <a:bodyPr/>
        <a:lstStyle/>
        <a:p>
          <a:endParaRPr lang="en-US"/>
        </a:p>
      </dgm:t>
    </dgm:pt>
    <dgm:pt modelId="{28A8B8B6-6E35-4A64-90EB-A833C45C93DD}" type="sibTrans" cxnId="{BE77DC4D-778D-4FED-A4AA-FA3FF922798E}">
      <dgm:prSet/>
      <dgm:spPr/>
      <dgm:t>
        <a:bodyPr/>
        <a:lstStyle/>
        <a:p>
          <a:endParaRPr lang="en-US"/>
        </a:p>
      </dgm:t>
    </dgm:pt>
    <dgm:pt modelId="{A33CA010-6D9D-407F-8932-CA295A87989F}">
      <dgm:prSet/>
      <dgm:spPr/>
      <dgm:t>
        <a:bodyPr/>
        <a:lstStyle/>
        <a:p>
          <a:r>
            <a:rPr lang="en-GB" b="1" i="0" baseline="0" dirty="0"/>
            <a:t>Counterfactual Analysis on Two Error Patterns</a:t>
          </a:r>
          <a:endParaRPr lang="en-US" dirty="0"/>
        </a:p>
      </dgm:t>
    </dgm:pt>
    <dgm:pt modelId="{D13C3A24-0A95-4C19-AFBB-1BF263F8A793}" type="parTrans" cxnId="{8536EE6A-F4A3-4462-B06B-7D0745E0F044}">
      <dgm:prSet/>
      <dgm:spPr/>
      <dgm:t>
        <a:bodyPr/>
        <a:lstStyle/>
        <a:p>
          <a:endParaRPr lang="en-US"/>
        </a:p>
      </dgm:t>
    </dgm:pt>
    <dgm:pt modelId="{06A298D2-FDEA-4F55-9FBD-01E499FA089A}" type="sibTrans" cxnId="{8536EE6A-F4A3-4462-B06B-7D0745E0F044}">
      <dgm:prSet/>
      <dgm:spPr/>
      <dgm:t>
        <a:bodyPr/>
        <a:lstStyle/>
        <a:p>
          <a:endParaRPr lang="en-US"/>
        </a:p>
      </dgm:t>
    </dgm:pt>
    <dgm:pt modelId="{202C760D-E104-4964-BEFF-DCF2E6262CCF}">
      <dgm:prSet/>
      <dgm:spPr/>
      <dgm:t>
        <a:bodyPr/>
        <a:lstStyle/>
        <a:p>
          <a:r>
            <a:rPr lang="en-GB" b="1" i="0" baseline="0" dirty="0"/>
            <a:t>Conclusion</a:t>
          </a:r>
          <a:endParaRPr lang="en-US" dirty="0"/>
        </a:p>
      </dgm:t>
    </dgm:pt>
    <dgm:pt modelId="{0E7E4630-E477-4B08-AA0B-4AE28ECB9F8F}" type="parTrans" cxnId="{8FE8DB9B-8938-49CB-8F13-4E94FC108A23}">
      <dgm:prSet/>
      <dgm:spPr/>
      <dgm:t>
        <a:bodyPr/>
        <a:lstStyle/>
        <a:p>
          <a:endParaRPr lang="en-US"/>
        </a:p>
      </dgm:t>
    </dgm:pt>
    <dgm:pt modelId="{78B0C629-6B1E-4DA6-B9F9-7DEE9D9E0313}" type="sibTrans" cxnId="{8FE8DB9B-8938-49CB-8F13-4E94FC108A23}">
      <dgm:prSet/>
      <dgm:spPr/>
      <dgm:t>
        <a:bodyPr/>
        <a:lstStyle/>
        <a:p>
          <a:endParaRPr lang="en-US"/>
        </a:p>
      </dgm:t>
    </dgm:pt>
    <dgm:pt modelId="{009D821B-65A8-428D-A1B6-F416EC7C4583}">
      <dgm:prSet/>
      <dgm:spPr/>
      <dgm:t>
        <a:bodyPr/>
        <a:lstStyle/>
        <a:p>
          <a:r>
            <a:rPr lang="en-US" b="1" i="0" baseline="0" dirty="0"/>
            <a:t>Error </a:t>
          </a:r>
          <a:r>
            <a:rPr lang="en-GB" b="1" i="0" baseline="0" dirty="0"/>
            <a:t>Patterns</a:t>
          </a:r>
          <a:endParaRPr lang="en-US" dirty="0"/>
        </a:p>
      </dgm:t>
    </dgm:pt>
    <dgm:pt modelId="{5C2A233E-6498-4D0C-A246-20F4D3A4ECDD}" type="sibTrans" cxnId="{02177DBF-3F35-439A-BE18-439769FD31B0}">
      <dgm:prSet/>
      <dgm:spPr/>
      <dgm:t>
        <a:bodyPr/>
        <a:lstStyle/>
        <a:p>
          <a:endParaRPr lang="en-US"/>
        </a:p>
      </dgm:t>
    </dgm:pt>
    <dgm:pt modelId="{09953B13-EDF4-41AE-A0F0-AA4C1B7F13AD}" type="parTrans" cxnId="{02177DBF-3F35-439A-BE18-439769FD31B0}">
      <dgm:prSet/>
      <dgm:spPr/>
      <dgm:t>
        <a:bodyPr/>
        <a:lstStyle/>
        <a:p>
          <a:endParaRPr lang="en-US"/>
        </a:p>
      </dgm:t>
    </dgm:pt>
    <dgm:pt modelId="{BD358B6B-7A58-4355-8DED-99A9703D3151}">
      <dgm:prSet/>
      <dgm:spPr/>
      <dgm:t>
        <a:bodyPr/>
        <a:lstStyle/>
        <a:p>
          <a:r>
            <a:rPr lang="en-US" b="1" dirty="0"/>
            <a:t>References</a:t>
          </a:r>
        </a:p>
      </dgm:t>
    </dgm:pt>
    <dgm:pt modelId="{2751206A-F798-4531-B4B8-A49C2882BD74}" type="parTrans" cxnId="{0FE94C50-EBDF-4658-9E58-977E111DE9B1}">
      <dgm:prSet/>
      <dgm:spPr/>
      <dgm:t>
        <a:bodyPr/>
        <a:lstStyle/>
        <a:p>
          <a:endParaRPr lang="LID4096"/>
        </a:p>
      </dgm:t>
    </dgm:pt>
    <dgm:pt modelId="{FB671A7C-62CD-4B25-AC32-9A4285FAC666}" type="sibTrans" cxnId="{0FE94C50-EBDF-4658-9E58-977E111DE9B1}">
      <dgm:prSet/>
      <dgm:spPr/>
      <dgm:t>
        <a:bodyPr/>
        <a:lstStyle/>
        <a:p>
          <a:endParaRPr lang="LID4096"/>
        </a:p>
      </dgm:t>
    </dgm:pt>
    <dgm:pt modelId="{B6D9F3F2-092D-4603-A0F0-DF7ABA629C15}" type="pres">
      <dgm:prSet presAssocID="{0B963DB0-8278-41EE-9487-379AA85C37E1}" presName="vert0" presStyleCnt="0">
        <dgm:presLayoutVars>
          <dgm:dir/>
          <dgm:animOne val="branch"/>
          <dgm:animLvl val="lvl"/>
        </dgm:presLayoutVars>
      </dgm:prSet>
      <dgm:spPr/>
    </dgm:pt>
    <dgm:pt modelId="{7ADB924B-7E4C-458C-B98E-3C14BCB55F52}" type="pres">
      <dgm:prSet presAssocID="{8207F88C-DD31-4011-9ABC-7F0454FC6D9C}" presName="thickLine" presStyleLbl="alignNode1" presStyleIdx="0" presStyleCnt="5"/>
      <dgm:spPr/>
    </dgm:pt>
    <dgm:pt modelId="{DA28E2EE-B233-4CAB-B2C5-6313B5DC5E2A}" type="pres">
      <dgm:prSet presAssocID="{8207F88C-DD31-4011-9ABC-7F0454FC6D9C}" presName="horz1" presStyleCnt="0"/>
      <dgm:spPr/>
    </dgm:pt>
    <dgm:pt modelId="{21FDF88A-A63E-45CC-9B70-481C418B5379}" type="pres">
      <dgm:prSet presAssocID="{8207F88C-DD31-4011-9ABC-7F0454FC6D9C}" presName="tx1" presStyleLbl="revTx" presStyleIdx="0" presStyleCnt="5"/>
      <dgm:spPr/>
    </dgm:pt>
    <dgm:pt modelId="{9266BADE-39DC-4AF5-A515-579D3726C9F7}" type="pres">
      <dgm:prSet presAssocID="{8207F88C-DD31-4011-9ABC-7F0454FC6D9C}" presName="vert1" presStyleCnt="0"/>
      <dgm:spPr/>
    </dgm:pt>
    <dgm:pt modelId="{8F0D52B7-43AB-462F-A5FF-6457952109FA}" type="pres">
      <dgm:prSet presAssocID="{009D821B-65A8-428D-A1B6-F416EC7C4583}" presName="thickLine" presStyleLbl="alignNode1" presStyleIdx="1" presStyleCnt="5"/>
      <dgm:spPr/>
    </dgm:pt>
    <dgm:pt modelId="{BADFBD7D-0FD9-4C32-9F09-5B3D672DE852}" type="pres">
      <dgm:prSet presAssocID="{009D821B-65A8-428D-A1B6-F416EC7C4583}" presName="horz1" presStyleCnt="0"/>
      <dgm:spPr/>
    </dgm:pt>
    <dgm:pt modelId="{0545F304-2FC9-44DE-A31D-1AD804E7945D}" type="pres">
      <dgm:prSet presAssocID="{009D821B-65A8-428D-A1B6-F416EC7C4583}" presName="tx1" presStyleLbl="revTx" presStyleIdx="1" presStyleCnt="5"/>
      <dgm:spPr/>
    </dgm:pt>
    <dgm:pt modelId="{608DF502-0C57-4C84-B8CA-9EB3A8122D49}" type="pres">
      <dgm:prSet presAssocID="{009D821B-65A8-428D-A1B6-F416EC7C4583}" presName="vert1" presStyleCnt="0"/>
      <dgm:spPr/>
    </dgm:pt>
    <dgm:pt modelId="{5E1E5708-44DF-4FF4-961F-6789B5ACB52E}" type="pres">
      <dgm:prSet presAssocID="{A33CA010-6D9D-407F-8932-CA295A87989F}" presName="thickLine" presStyleLbl="alignNode1" presStyleIdx="2" presStyleCnt="5"/>
      <dgm:spPr/>
    </dgm:pt>
    <dgm:pt modelId="{D6928575-3931-4740-9D12-C9503CA1CE9A}" type="pres">
      <dgm:prSet presAssocID="{A33CA010-6D9D-407F-8932-CA295A87989F}" presName="horz1" presStyleCnt="0"/>
      <dgm:spPr/>
    </dgm:pt>
    <dgm:pt modelId="{5678007D-791D-40C4-80AD-6CBBC0882A31}" type="pres">
      <dgm:prSet presAssocID="{A33CA010-6D9D-407F-8932-CA295A87989F}" presName="tx1" presStyleLbl="revTx" presStyleIdx="2" presStyleCnt="5"/>
      <dgm:spPr/>
    </dgm:pt>
    <dgm:pt modelId="{FB14BEF3-9DB9-46F2-9EBC-F88DD290B6F8}" type="pres">
      <dgm:prSet presAssocID="{A33CA010-6D9D-407F-8932-CA295A87989F}" presName="vert1" presStyleCnt="0"/>
      <dgm:spPr/>
    </dgm:pt>
    <dgm:pt modelId="{59DA10B2-E80F-4EC3-A9C1-B19DC3BE82AA}" type="pres">
      <dgm:prSet presAssocID="{202C760D-E104-4964-BEFF-DCF2E6262CCF}" presName="thickLine" presStyleLbl="alignNode1" presStyleIdx="3" presStyleCnt="5"/>
      <dgm:spPr/>
    </dgm:pt>
    <dgm:pt modelId="{7438072C-6384-4264-8E17-07C02586BCA2}" type="pres">
      <dgm:prSet presAssocID="{202C760D-E104-4964-BEFF-DCF2E6262CCF}" presName="horz1" presStyleCnt="0"/>
      <dgm:spPr/>
    </dgm:pt>
    <dgm:pt modelId="{55F84D68-002D-4FEF-A48E-5EFFD7D262CA}" type="pres">
      <dgm:prSet presAssocID="{202C760D-E104-4964-BEFF-DCF2E6262CCF}" presName="tx1" presStyleLbl="revTx" presStyleIdx="3" presStyleCnt="5"/>
      <dgm:spPr/>
    </dgm:pt>
    <dgm:pt modelId="{A9A6F03D-2E72-4AFA-83EA-39B4AAFDF032}" type="pres">
      <dgm:prSet presAssocID="{202C760D-E104-4964-BEFF-DCF2E6262CCF}" presName="vert1" presStyleCnt="0"/>
      <dgm:spPr/>
    </dgm:pt>
    <dgm:pt modelId="{75C7148E-FEE7-4ED2-957A-D7B9DB5E72AA}" type="pres">
      <dgm:prSet presAssocID="{BD358B6B-7A58-4355-8DED-99A9703D3151}" presName="thickLine" presStyleLbl="alignNode1" presStyleIdx="4" presStyleCnt="5"/>
      <dgm:spPr/>
    </dgm:pt>
    <dgm:pt modelId="{A564D12B-B555-4140-A0DD-B2A84672B518}" type="pres">
      <dgm:prSet presAssocID="{BD358B6B-7A58-4355-8DED-99A9703D3151}" presName="horz1" presStyleCnt="0"/>
      <dgm:spPr/>
    </dgm:pt>
    <dgm:pt modelId="{61663DD7-9625-4B7F-AFDB-A95481EEE259}" type="pres">
      <dgm:prSet presAssocID="{BD358B6B-7A58-4355-8DED-99A9703D3151}" presName="tx1" presStyleLbl="revTx" presStyleIdx="4" presStyleCnt="5"/>
      <dgm:spPr/>
    </dgm:pt>
    <dgm:pt modelId="{A6862B97-CB76-42FA-AB7E-90D9DF973785}" type="pres">
      <dgm:prSet presAssocID="{BD358B6B-7A58-4355-8DED-99A9703D3151}" presName="vert1" presStyleCnt="0"/>
      <dgm:spPr/>
    </dgm:pt>
  </dgm:ptLst>
  <dgm:cxnLst>
    <dgm:cxn modelId="{CFB0C00B-5762-4F48-9F8D-CF99EBB0BF2B}" type="presOf" srcId="{8207F88C-DD31-4011-9ABC-7F0454FC6D9C}" destId="{21FDF88A-A63E-45CC-9B70-481C418B5379}" srcOrd="0" destOrd="0" presId="urn:microsoft.com/office/officeart/2008/layout/LinedList"/>
    <dgm:cxn modelId="{6A5C0C22-2F7A-44BB-8CF7-DA48681A9AA0}" type="presOf" srcId="{A33CA010-6D9D-407F-8932-CA295A87989F}" destId="{5678007D-791D-40C4-80AD-6CBBC0882A31}" srcOrd="0" destOrd="0" presId="urn:microsoft.com/office/officeart/2008/layout/LinedList"/>
    <dgm:cxn modelId="{95FDCF62-E0AE-4FB7-B78D-9872DC08B949}" type="presOf" srcId="{BD358B6B-7A58-4355-8DED-99A9703D3151}" destId="{61663DD7-9625-4B7F-AFDB-A95481EEE259}" srcOrd="0" destOrd="0" presId="urn:microsoft.com/office/officeart/2008/layout/LinedList"/>
    <dgm:cxn modelId="{8536EE6A-F4A3-4462-B06B-7D0745E0F044}" srcId="{0B963DB0-8278-41EE-9487-379AA85C37E1}" destId="{A33CA010-6D9D-407F-8932-CA295A87989F}" srcOrd="2" destOrd="0" parTransId="{D13C3A24-0A95-4C19-AFBB-1BF263F8A793}" sibTransId="{06A298D2-FDEA-4F55-9FBD-01E499FA089A}"/>
    <dgm:cxn modelId="{BE77DC4D-778D-4FED-A4AA-FA3FF922798E}" srcId="{0B963DB0-8278-41EE-9487-379AA85C37E1}" destId="{8207F88C-DD31-4011-9ABC-7F0454FC6D9C}" srcOrd="0" destOrd="0" parTransId="{B8DCFE05-E068-41B8-9824-4D9C3F43AEB0}" sibTransId="{28A8B8B6-6E35-4A64-90EB-A833C45C93DD}"/>
    <dgm:cxn modelId="{0FE94C50-EBDF-4658-9E58-977E111DE9B1}" srcId="{0B963DB0-8278-41EE-9487-379AA85C37E1}" destId="{BD358B6B-7A58-4355-8DED-99A9703D3151}" srcOrd="4" destOrd="0" parTransId="{2751206A-F798-4531-B4B8-A49C2882BD74}" sibTransId="{FB671A7C-62CD-4B25-AC32-9A4285FAC666}"/>
    <dgm:cxn modelId="{64123759-2D10-4ACB-8EE8-720236BD860C}" type="presOf" srcId="{202C760D-E104-4964-BEFF-DCF2E6262CCF}" destId="{55F84D68-002D-4FEF-A48E-5EFFD7D262CA}" srcOrd="0" destOrd="0" presId="urn:microsoft.com/office/officeart/2008/layout/LinedList"/>
    <dgm:cxn modelId="{62E10796-D0E1-4F60-AFDB-6E2006447302}" type="presOf" srcId="{009D821B-65A8-428D-A1B6-F416EC7C4583}" destId="{0545F304-2FC9-44DE-A31D-1AD804E7945D}" srcOrd="0" destOrd="0" presId="urn:microsoft.com/office/officeart/2008/layout/LinedList"/>
    <dgm:cxn modelId="{8FE8DB9B-8938-49CB-8F13-4E94FC108A23}" srcId="{0B963DB0-8278-41EE-9487-379AA85C37E1}" destId="{202C760D-E104-4964-BEFF-DCF2E6262CCF}" srcOrd="3" destOrd="0" parTransId="{0E7E4630-E477-4B08-AA0B-4AE28ECB9F8F}" sibTransId="{78B0C629-6B1E-4DA6-B9F9-7DEE9D9E0313}"/>
    <dgm:cxn modelId="{02177DBF-3F35-439A-BE18-439769FD31B0}" srcId="{0B963DB0-8278-41EE-9487-379AA85C37E1}" destId="{009D821B-65A8-428D-A1B6-F416EC7C4583}" srcOrd="1" destOrd="0" parTransId="{09953B13-EDF4-41AE-A0F0-AA4C1B7F13AD}" sibTransId="{5C2A233E-6498-4D0C-A246-20F4D3A4ECDD}"/>
    <dgm:cxn modelId="{B4A445D2-357C-4039-8C56-A1251EC1961B}" type="presOf" srcId="{0B963DB0-8278-41EE-9487-379AA85C37E1}" destId="{B6D9F3F2-092D-4603-A0F0-DF7ABA629C15}" srcOrd="0" destOrd="0" presId="urn:microsoft.com/office/officeart/2008/layout/LinedList"/>
    <dgm:cxn modelId="{83F6EA90-855C-4AD4-9622-DC0E47A8616F}" type="presParOf" srcId="{B6D9F3F2-092D-4603-A0F0-DF7ABA629C15}" destId="{7ADB924B-7E4C-458C-B98E-3C14BCB55F52}" srcOrd="0" destOrd="0" presId="urn:microsoft.com/office/officeart/2008/layout/LinedList"/>
    <dgm:cxn modelId="{35D577B7-DC71-405E-BC87-107DDC6CF46A}" type="presParOf" srcId="{B6D9F3F2-092D-4603-A0F0-DF7ABA629C15}" destId="{DA28E2EE-B233-4CAB-B2C5-6313B5DC5E2A}" srcOrd="1" destOrd="0" presId="urn:microsoft.com/office/officeart/2008/layout/LinedList"/>
    <dgm:cxn modelId="{6E3A2768-A9D1-4E9E-A403-B7A0186E197C}" type="presParOf" srcId="{DA28E2EE-B233-4CAB-B2C5-6313B5DC5E2A}" destId="{21FDF88A-A63E-45CC-9B70-481C418B5379}" srcOrd="0" destOrd="0" presId="urn:microsoft.com/office/officeart/2008/layout/LinedList"/>
    <dgm:cxn modelId="{AC527A44-9750-4365-89ED-8892C22D7C2D}" type="presParOf" srcId="{DA28E2EE-B233-4CAB-B2C5-6313B5DC5E2A}" destId="{9266BADE-39DC-4AF5-A515-579D3726C9F7}" srcOrd="1" destOrd="0" presId="urn:microsoft.com/office/officeart/2008/layout/LinedList"/>
    <dgm:cxn modelId="{ACABF302-8ECA-4232-87D5-7620AF96BB0F}" type="presParOf" srcId="{B6D9F3F2-092D-4603-A0F0-DF7ABA629C15}" destId="{8F0D52B7-43AB-462F-A5FF-6457952109FA}" srcOrd="2" destOrd="0" presId="urn:microsoft.com/office/officeart/2008/layout/LinedList"/>
    <dgm:cxn modelId="{5FA3A4C6-1FCB-4706-BFB6-294E973902DC}" type="presParOf" srcId="{B6D9F3F2-092D-4603-A0F0-DF7ABA629C15}" destId="{BADFBD7D-0FD9-4C32-9F09-5B3D672DE852}" srcOrd="3" destOrd="0" presId="urn:microsoft.com/office/officeart/2008/layout/LinedList"/>
    <dgm:cxn modelId="{4DA5B7B8-A776-4CC0-8EF1-71E2EFA8D69A}" type="presParOf" srcId="{BADFBD7D-0FD9-4C32-9F09-5B3D672DE852}" destId="{0545F304-2FC9-44DE-A31D-1AD804E7945D}" srcOrd="0" destOrd="0" presId="urn:microsoft.com/office/officeart/2008/layout/LinedList"/>
    <dgm:cxn modelId="{7DD8C8E8-EE73-4D59-875B-767ACFD285F6}" type="presParOf" srcId="{BADFBD7D-0FD9-4C32-9F09-5B3D672DE852}" destId="{608DF502-0C57-4C84-B8CA-9EB3A8122D49}" srcOrd="1" destOrd="0" presId="urn:microsoft.com/office/officeart/2008/layout/LinedList"/>
    <dgm:cxn modelId="{0F027DCA-84A4-4C38-9EB8-EFFE1B4E09BB}" type="presParOf" srcId="{B6D9F3F2-092D-4603-A0F0-DF7ABA629C15}" destId="{5E1E5708-44DF-4FF4-961F-6789B5ACB52E}" srcOrd="4" destOrd="0" presId="urn:microsoft.com/office/officeart/2008/layout/LinedList"/>
    <dgm:cxn modelId="{31BB5F44-45DB-4221-B08F-AAE255E5C98E}" type="presParOf" srcId="{B6D9F3F2-092D-4603-A0F0-DF7ABA629C15}" destId="{D6928575-3931-4740-9D12-C9503CA1CE9A}" srcOrd="5" destOrd="0" presId="urn:microsoft.com/office/officeart/2008/layout/LinedList"/>
    <dgm:cxn modelId="{19FB5F99-071D-40C0-A6FA-1A9ADDE0364A}" type="presParOf" srcId="{D6928575-3931-4740-9D12-C9503CA1CE9A}" destId="{5678007D-791D-40C4-80AD-6CBBC0882A31}" srcOrd="0" destOrd="0" presId="urn:microsoft.com/office/officeart/2008/layout/LinedList"/>
    <dgm:cxn modelId="{A1B5B980-55E0-429F-9487-628B2EAB2882}" type="presParOf" srcId="{D6928575-3931-4740-9D12-C9503CA1CE9A}" destId="{FB14BEF3-9DB9-46F2-9EBC-F88DD290B6F8}" srcOrd="1" destOrd="0" presId="urn:microsoft.com/office/officeart/2008/layout/LinedList"/>
    <dgm:cxn modelId="{90506A75-272C-41B8-9D7B-A067AA4196CF}" type="presParOf" srcId="{B6D9F3F2-092D-4603-A0F0-DF7ABA629C15}" destId="{59DA10B2-E80F-4EC3-A9C1-B19DC3BE82AA}" srcOrd="6" destOrd="0" presId="urn:microsoft.com/office/officeart/2008/layout/LinedList"/>
    <dgm:cxn modelId="{4C993ADF-9F5A-4C4E-9186-631962A9D6E8}" type="presParOf" srcId="{B6D9F3F2-092D-4603-A0F0-DF7ABA629C15}" destId="{7438072C-6384-4264-8E17-07C02586BCA2}" srcOrd="7" destOrd="0" presId="urn:microsoft.com/office/officeart/2008/layout/LinedList"/>
    <dgm:cxn modelId="{56BD1BC1-DFD5-42F0-AF9E-511631B8BE67}" type="presParOf" srcId="{7438072C-6384-4264-8E17-07C02586BCA2}" destId="{55F84D68-002D-4FEF-A48E-5EFFD7D262CA}" srcOrd="0" destOrd="0" presId="urn:microsoft.com/office/officeart/2008/layout/LinedList"/>
    <dgm:cxn modelId="{D7E86BBC-CF55-47CF-9958-66CFFD228C48}" type="presParOf" srcId="{7438072C-6384-4264-8E17-07C02586BCA2}" destId="{A9A6F03D-2E72-4AFA-83EA-39B4AAFDF032}" srcOrd="1" destOrd="0" presId="urn:microsoft.com/office/officeart/2008/layout/LinedList"/>
    <dgm:cxn modelId="{73542069-15C7-410A-BD31-8C0B0C508C43}" type="presParOf" srcId="{B6D9F3F2-092D-4603-A0F0-DF7ABA629C15}" destId="{75C7148E-FEE7-4ED2-957A-D7B9DB5E72AA}" srcOrd="8" destOrd="0" presId="urn:microsoft.com/office/officeart/2008/layout/LinedList"/>
    <dgm:cxn modelId="{CBE6B0F6-30F5-4E0C-A246-D51A74BE1673}" type="presParOf" srcId="{B6D9F3F2-092D-4603-A0F0-DF7ABA629C15}" destId="{A564D12B-B555-4140-A0DD-B2A84672B518}" srcOrd="9" destOrd="0" presId="urn:microsoft.com/office/officeart/2008/layout/LinedList"/>
    <dgm:cxn modelId="{22EC013B-18F2-4C7A-A160-E2FF601B66DA}" type="presParOf" srcId="{A564D12B-B555-4140-A0DD-B2A84672B518}" destId="{61663DD7-9625-4B7F-AFDB-A95481EEE259}" srcOrd="0" destOrd="0" presId="urn:microsoft.com/office/officeart/2008/layout/LinedList"/>
    <dgm:cxn modelId="{93177280-C42C-4A95-AC49-C6C82D4C943F}" type="presParOf" srcId="{A564D12B-B555-4140-A0DD-B2A84672B518}" destId="{A6862B97-CB76-42FA-AB7E-90D9DF9737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639798-4064-4CB9-9071-2F12581A71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D580EF-8EF0-4E32-B3A4-33424B303BF1}">
      <dgm:prSet/>
      <dgm:spPr/>
      <dgm:t>
        <a:bodyPr/>
        <a:lstStyle/>
        <a:p>
          <a:r>
            <a:rPr lang="en-GB" b="0" i="0" baseline="0" dirty="0"/>
            <a:t>CRF </a:t>
          </a:r>
          <a:r>
            <a:rPr lang="en-GB" b="0" i="0" baseline="0" dirty="0">
              <a:sym typeface="Wingdings" panose="05000000000000000000" pitchFamily="2" charset="2"/>
            </a:rPr>
            <a:t></a:t>
          </a:r>
          <a:r>
            <a:rPr lang="en-GB" b="0" i="0" baseline="0" dirty="0"/>
            <a:t> Great overall performance</a:t>
          </a:r>
          <a:endParaRPr lang="en-US" dirty="0"/>
        </a:p>
      </dgm:t>
    </dgm:pt>
    <dgm:pt modelId="{83B27177-82D6-4952-8EF4-503AF4282568}" type="parTrans" cxnId="{34B53510-5DDB-4CA0-BD44-FC64601813A1}">
      <dgm:prSet/>
      <dgm:spPr/>
      <dgm:t>
        <a:bodyPr/>
        <a:lstStyle/>
        <a:p>
          <a:endParaRPr lang="en-US"/>
        </a:p>
      </dgm:t>
    </dgm:pt>
    <dgm:pt modelId="{C018B0BC-95C2-416E-A81E-0C440F4EE515}" type="sibTrans" cxnId="{34B53510-5DDB-4CA0-BD44-FC64601813A1}">
      <dgm:prSet/>
      <dgm:spPr/>
      <dgm:t>
        <a:bodyPr/>
        <a:lstStyle/>
        <a:p>
          <a:endParaRPr lang="en-US"/>
        </a:p>
      </dgm:t>
    </dgm:pt>
    <dgm:pt modelId="{A1CA4CC3-CB26-4A1D-A825-B201F1C48F7B}">
      <dgm:prSet/>
      <dgm:spPr/>
      <dgm:t>
        <a:bodyPr/>
        <a:lstStyle/>
        <a:p>
          <a:r>
            <a:rPr lang="en-GB" baseline="0"/>
            <a:t>Semantic complexity in subordinate clauses and predicative expressions often led to errors.</a:t>
          </a:r>
          <a:endParaRPr lang="en-US"/>
        </a:p>
      </dgm:t>
    </dgm:pt>
    <dgm:pt modelId="{8502D19D-2A08-4B10-A346-F7BB854A79EF}" type="parTrans" cxnId="{AE3364EB-D54D-43FF-9BDB-FDEC35EA4DD8}">
      <dgm:prSet/>
      <dgm:spPr/>
      <dgm:t>
        <a:bodyPr/>
        <a:lstStyle/>
        <a:p>
          <a:endParaRPr lang="en-US"/>
        </a:p>
      </dgm:t>
    </dgm:pt>
    <dgm:pt modelId="{0563CE94-A643-4049-AD46-2B84E3C1B43B}" type="sibTrans" cxnId="{AE3364EB-D54D-43FF-9BDB-FDEC35EA4DD8}">
      <dgm:prSet/>
      <dgm:spPr/>
      <dgm:t>
        <a:bodyPr/>
        <a:lstStyle/>
        <a:p>
          <a:endParaRPr lang="en-US"/>
        </a:p>
      </dgm:t>
    </dgm:pt>
    <dgm:pt modelId="{5687F6F6-CACC-4ABF-86B6-61151E47FE12}">
      <dgm:prSet/>
      <dgm:spPr/>
      <dgm:t>
        <a:bodyPr/>
        <a:lstStyle/>
        <a:p>
          <a:r>
            <a:rPr lang="en-GB" baseline="0"/>
            <a:t>Majority of cases handled correctly, but error patterns indicate limitations in semantic generalization.</a:t>
          </a:r>
          <a:endParaRPr lang="en-US"/>
        </a:p>
      </dgm:t>
    </dgm:pt>
    <dgm:pt modelId="{CD55E41B-2E83-499E-AFA7-5CA1C86230F7}" type="parTrans" cxnId="{5F7C6C09-1E71-4D6D-8E3B-DB69EEADA8BC}">
      <dgm:prSet/>
      <dgm:spPr/>
      <dgm:t>
        <a:bodyPr/>
        <a:lstStyle/>
        <a:p>
          <a:endParaRPr lang="en-US"/>
        </a:p>
      </dgm:t>
    </dgm:pt>
    <dgm:pt modelId="{02AFA785-7891-4764-8D5F-67069056263F}" type="sibTrans" cxnId="{5F7C6C09-1E71-4D6D-8E3B-DB69EEADA8BC}">
      <dgm:prSet/>
      <dgm:spPr/>
      <dgm:t>
        <a:bodyPr/>
        <a:lstStyle/>
        <a:p>
          <a:endParaRPr lang="en-US"/>
        </a:p>
      </dgm:t>
    </dgm:pt>
    <dgm:pt modelId="{7A8FFD8D-9820-4A48-9F00-B810CB67FA30}" type="pres">
      <dgm:prSet presAssocID="{F7639798-4064-4CB9-9071-2F12581A71D3}" presName="linear" presStyleCnt="0">
        <dgm:presLayoutVars>
          <dgm:animLvl val="lvl"/>
          <dgm:resizeHandles val="exact"/>
        </dgm:presLayoutVars>
      </dgm:prSet>
      <dgm:spPr/>
    </dgm:pt>
    <dgm:pt modelId="{78DF3A6F-CCE0-422D-9DC2-11C0C5CC0696}" type="pres">
      <dgm:prSet presAssocID="{D3D580EF-8EF0-4E32-B3A4-33424B303BF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A78362-CBB7-4B83-AB7F-52A25BCDA593}" type="pres">
      <dgm:prSet presAssocID="{C018B0BC-95C2-416E-A81E-0C440F4EE515}" presName="spacer" presStyleCnt="0"/>
      <dgm:spPr/>
    </dgm:pt>
    <dgm:pt modelId="{6163B81A-C3CD-4FF4-BE14-E594FE1DB181}" type="pres">
      <dgm:prSet presAssocID="{A1CA4CC3-CB26-4A1D-A825-B201F1C48F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590AB17-13DE-4D82-8A9F-0A0946413B3B}" type="pres">
      <dgm:prSet presAssocID="{0563CE94-A643-4049-AD46-2B84E3C1B43B}" presName="spacer" presStyleCnt="0"/>
      <dgm:spPr/>
    </dgm:pt>
    <dgm:pt modelId="{0F624882-B497-480D-B7EF-F109D840F321}" type="pres">
      <dgm:prSet presAssocID="{5687F6F6-CACC-4ABF-86B6-61151E47FE1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F7C6C09-1E71-4D6D-8E3B-DB69EEADA8BC}" srcId="{F7639798-4064-4CB9-9071-2F12581A71D3}" destId="{5687F6F6-CACC-4ABF-86B6-61151E47FE12}" srcOrd="2" destOrd="0" parTransId="{CD55E41B-2E83-499E-AFA7-5CA1C86230F7}" sibTransId="{02AFA785-7891-4764-8D5F-67069056263F}"/>
    <dgm:cxn modelId="{34B53510-5DDB-4CA0-BD44-FC64601813A1}" srcId="{F7639798-4064-4CB9-9071-2F12581A71D3}" destId="{D3D580EF-8EF0-4E32-B3A4-33424B303BF1}" srcOrd="0" destOrd="0" parTransId="{83B27177-82D6-4952-8EF4-503AF4282568}" sibTransId="{C018B0BC-95C2-416E-A81E-0C440F4EE515}"/>
    <dgm:cxn modelId="{943F151E-9C40-4A10-BFF8-E96BA4243C12}" type="presOf" srcId="{A1CA4CC3-CB26-4A1D-A825-B201F1C48F7B}" destId="{6163B81A-C3CD-4FF4-BE14-E594FE1DB181}" srcOrd="0" destOrd="0" presId="urn:microsoft.com/office/officeart/2005/8/layout/vList2"/>
    <dgm:cxn modelId="{284B512E-94ED-427E-98E7-432089D8F86C}" type="presOf" srcId="{F7639798-4064-4CB9-9071-2F12581A71D3}" destId="{7A8FFD8D-9820-4A48-9F00-B810CB67FA30}" srcOrd="0" destOrd="0" presId="urn:microsoft.com/office/officeart/2005/8/layout/vList2"/>
    <dgm:cxn modelId="{8351B584-ADE0-4DF9-8265-E523A47EF4DF}" type="presOf" srcId="{5687F6F6-CACC-4ABF-86B6-61151E47FE12}" destId="{0F624882-B497-480D-B7EF-F109D840F321}" srcOrd="0" destOrd="0" presId="urn:microsoft.com/office/officeart/2005/8/layout/vList2"/>
    <dgm:cxn modelId="{C44B56D7-C921-430F-AA71-FBE2B2339271}" type="presOf" srcId="{D3D580EF-8EF0-4E32-B3A4-33424B303BF1}" destId="{78DF3A6F-CCE0-422D-9DC2-11C0C5CC0696}" srcOrd="0" destOrd="0" presId="urn:microsoft.com/office/officeart/2005/8/layout/vList2"/>
    <dgm:cxn modelId="{AE3364EB-D54D-43FF-9BDB-FDEC35EA4DD8}" srcId="{F7639798-4064-4CB9-9071-2F12581A71D3}" destId="{A1CA4CC3-CB26-4A1D-A825-B201F1C48F7B}" srcOrd="1" destOrd="0" parTransId="{8502D19D-2A08-4B10-A346-F7BB854A79EF}" sibTransId="{0563CE94-A643-4049-AD46-2B84E3C1B43B}"/>
    <dgm:cxn modelId="{69FC1574-D63E-4808-A963-6849FE9EDF8F}" type="presParOf" srcId="{7A8FFD8D-9820-4A48-9F00-B810CB67FA30}" destId="{78DF3A6F-CCE0-422D-9DC2-11C0C5CC0696}" srcOrd="0" destOrd="0" presId="urn:microsoft.com/office/officeart/2005/8/layout/vList2"/>
    <dgm:cxn modelId="{E91129A8-02C2-451D-85B6-43EEC8EF9A21}" type="presParOf" srcId="{7A8FFD8D-9820-4A48-9F00-B810CB67FA30}" destId="{D0A78362-CBB7-4B83-AB7F-52A25BCDA593}" srcOrd="1" destOrd="0" presId="urn:microsoft.com/office/officeart/2005/8/layout/vList2"/>
    <dgm:cxn modelId="{B734FCB6-91C9-47C7-8C46-0F682BD3F0A6}" type="presParOf" srcId="{7A8FFD8D-9820-4A48-9F00-B810CB67FA30}" destId="{6163B81A-C3CD-4FF4-BE14-E594FE1DB181}" srcOrd="2" destOrd="0" presId="urn:microsoft.com/office/officeart/2005/8/layout/vList2"/>
    <dgm:cxn modelId="{417101DE-3475-4712-AA90-91CB509820A3}" type="presParOf" srcId="{7A8FFD8D-9820-4A48-9F00-B810CB67FA30}" destId="{A590AB17-13DE-4D82-8A9F-0A0946413B3B}" srcOrd="3" destOrd="0" presId="urn:microsoft.com/office/officeart/2005/8/layout/vList2"/>
    <dgm:cxn modelId="{CF226F49-62EB-40BA-98EA-C131FEBA05AE}" type="presParOf" srcId="{7A8FFD8D-9820-4A48-9F00-B810CB67FA30}" destId="{0F624882-B497-480D-B7EF-F109D840F32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B924B-7E4C-458C-B98E-3C14BCB55F52}">
      <dsp:nvSpPr>
        <dsp:cNvPr id="0" name=""/>
        <dsp:cNvSpPr/>
      </dsp:nvSpPr>
      <dsp:spPr>
        <a:xfrm>
          <a:off x="0" y="642"/>
          <a:ext cx="599013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DF88A-A63E-45CC-9B70-481C418B5379}">
      <dsp:nvSpPr>
        <dsp:cNvPr id="0" name=""/>
        <dsp:cNvSpPr/>
      </dsp:nvSpPr>
      <dsp:spPr>
        <a:xfrm>
          <a:off x="0" y="642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Introduction</a:t>
          </a:r>
          <a:endParaRPr lang="en-US" sz="2900" kern="1200"/>
        </a:p>
      </dsp:txBody>
      <dsp:txXfrm>
        <a:off x="0" y="642"/>
        <a:ext cx="5990135" cy="1052153"/>
      </dsp:txXfrm>
    </dsp:sp>
    <dsp:sp modelId="{8F0D52B7-43AB-462F-A5FF-6457952109FA}">
      <dsp:nvSpPr>
        <dsp:cNvPr id="0" name=""/>
        <dsp:cNvSpPr/>
      </dsp:nvSpPr>
      <dsp:spPr>
        <a:xfrm>
          <a:off x="0" y="1052796"/>
          <a:ext cx="5990135" cy="0"/>
        </a:xfrm>
        <a:prstGeom prst="line">
          <a:avLst/>
        </a:prstGeom>
        <a:solidFill>
          <a:schemeClr val="accent2">
            <a:hueOff val="-1856167"/>
            <a:satOff val="606"/>
            <a:lumOff val="-539"/>
            <a:alphaOff val="0"/>
          </a:schemeClr>
        </a:solidFill>
        <a:ln w="13970" cap="flat" cmpd="sng" algn="ctr">
          <a:solidFill>
            <a:schemeClr val="accent2">
              <a:hueOff val="-1856167"/>
              <a:satOff val="606"/>
              <a:lumOff val="-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5F304-2FC9-44DE-A31D-1AD804E7945D}">
      <dsp:nvSpPr>
        <dsp:cNvPr id="0" name=""/>
        <dsp:cNvSpPr/>
      </dsp:nvSpPr>
      <dsp:spPr>
        <a:xfrm>
          <a:off x="0" y="1052796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Error </a:t>
          </a:r>
          <a:r>
            <a:rPr lang="en-GB" sz="2900" b="1" i="0" kern="1200" baseline="0" dirty="0"/>
            <a:t>Patterns</a:t>
          </a:r>
          <a:endParaRPr lang="en-US" sz="2900" kern="1200" dirty="0"/>
        </a:p>
      </dsp:txBody>
      <dsp:txXfrm>
        <a:off x="0" y="1052796"/>
        <a:ext cx="5990135" cy="1052153"/>
      </dsp:txXfrm>
    </dsp:sp>
    <dsp:sp modelId="{5E1E5708-44DF-4FF4-961F-6789B5ACB52E}">
      <dsp:nvSpPr>
        <dsp:cNvPr id="0" name=""/>
        <dsp:cNvSpPr/>
      </dsp:nvSpPr>
      <dsp:spPr>
        <a:xfrm>
          <a:off x="0" y="2104950"/>
          <a:ext cx="5990135" cy="0"/>
        </a:xfrm>
        <a:prstGeom prst="line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accent2">
              <a:hueOff val="-3712334"/>
              <a:satOff val="1211"/>
              <a:lumOff val="-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8007D-791D-40C4-80AD-6CBBC0882A31}">
      <dsp:nvSpPr>
        <dsp:cNvPr id="0" name=""/>
        <dsp:cNvSpPr/>
      </dsp:nvSpPr>
      <dsp:spPr>
        <a:xfrm>
          <a:off x="0" y="2104950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i="0" kern="1200" baseline="0" dirty="0"/>
            <a:t>Counterfactual Analysis on Two Error Patterns</a:t>
          </a:r>
          <a:endParaRPr lang="en-US" sz="2900" kern="1200" dirty="0"/>
        </a:p>
      </dsp:txBody>
      <dsp:txXfrm>
        <a:off x="0" y="2104950"/>
        <a:ext cx="5990135" cy="1052153"/>
      </dsp:txXfrm>
    </dsp:sp>
    <dsp:sp modelId="{59DA10B2-E80F-4EC3-A9C1-B19DC3BE82AA}">
      <dsp:nvSpPr>
        <dsp:cNvPr id="0" name=""/>
        <dsp:cNvSpPr/>
      </dsp:nvSpPr>
      <dsp:spPr>
        <a:xfrm>
          <a:off x="0" y="3157103"/>
          <a:ext cx="5990135" cy="0"/>
        </a:xfrm>
        <a:prstGeom prst="line">
          <a:avLst/>
        </a:prstGeom>
        <a:solidFill>
          <a:schemeClr val="accent2">
            <a:hueOff val="-5568501"/>
            <a:satOff val="1817"/>
            <a:lumOff val="-1618"/>
            <a:alphaOff val="0"/>
          </a:schemeClr>
        </a:solidFill>
        <a:ln w="13970" cap="flat" cmpd="sng" algn="ctr">
          <a:solidFill>
            <a:schemeClr val="accent2">
              <a:hueOff val="-5568501"/>
              <a:satOff val="1817"/>
              <a:lumOff val="-16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84D68-002D-4FEF-A48E-5EFFD7D262CA}">
      <dsp:nvSpPr>
        <dsp:cNvPr id="0" name=""/>
        <dsp:cNvSpPr/>
      </dsp:nvSpPr>
      <dsp:spPr>
        <a:xfrm>
          <a:off x="0" y="3157103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i="0" kern="1200" baseline="0" dirty="0"/>
            <a:t>Conclusion</a:t>
          </a:r>
          <a:endParaRPr lang="en-US" sz="2900" kern="1200" dirty="0"/>
        </a:p>
      </dsp:txBody>
      <dsp:txXfrm>
        <a:off x="0" y="3157103"/>
        <a:ext cx="5990135" cy="1052153"/>
      </dsp:txXfrm>
    </dsp:sp>
    <dsp:sp modelId="{75C7148E-FEE7-4ED2-957A-D7B9DB5E72AA}">
      <dsp:nvSpPr>
        <dsp:cNvPr id="0" name=""/>
        <dsp:cNvSpPr/>
      </dsp:nvSpPr>
      <dsp:spPr>
        <a:xfrm>
          <a:off x="0" y="4209257"/>
          <a:ext cx="5990135" cy="0"/>
        </a:xfrm>
        <a:prstGeom prst="line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accent2">
              <a:hueOff val="-7424668"/>
              <a:satOff val="242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63DD7-9625-4B7F-AFDB-A95481EEE259}">
      <dsp:nvSpPr>
        <dsp:cNvPr id="0" name=""/>
        <dsp:cNvSpPr/>
      </dsp:nvSpPr>
      <dsp:spPr>
        <a:xfrm>
          <a:off x="0" y="4209257"/>
          <a:ext cx="5990135" cy="105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References</a:t>
          </a:r>
        </a:p>
      </dsp:txBody>
      <dsp:txXfrm>
        <a:off x="0" y="4209257"/>
        <a:ext cx="5990135" cy="10521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F3A6F-CCE0-422D-9DC2-11C0C5CC0696}">
      <dsp:nvSpPr>
        <dsp:cNvPr id="0" name=""/>
        <dsp:cNvSpPr/>
      </dsp:nvSpPr>
      <dsp:spPr>
        <a:xfrm>
          <a:off x="0" y="580739"/>
          <a:ext cx="85953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i="0" kern="1200" baseline="0" dirty="0"/>
            <a:t>CRF </a:t>
          </a:r>
          <a:r>
            <a:rPr lang="en-GB" sz="2600" b="0" i="0" kern="1200" baseline="0" dirty="0">
              <a:sym typeface="Wingdings" panose="05000000000000000000" pitchFamily="2" charset="2"/>
            </a:rPr>
            <a:t></a:t>
          </a:r>
          <a:r>
            <a:rPr lang="en-GB" sz="2600" b="0" i="0" kern="1200" baseline="0" dirty="0"/>
            <a:t> Great overall performance</a:t>
          </a:r>
          <a:endParaRPr lang="en-US" sz="2600" kern="1200" dirty="0"/>
        </a:p>
      </dsp:txBody>
      <dsp:txXfrm>
        <a:off x="49468" y="630207"/>
        <a:ext cx="8496424" cy="914430"/>
      </dsp:txXfrm>
    </dsp:sp>
    <dsp:sp modelId="{6163B81A-C3CD-4FF4-BE14-E594FE1DB181}">
      <dsp:nvSpPr>
        <dsp:cNvPr id="0" name=""/>
        <dsp:cNvSpPr/>
      </dsp:nvSpPr>
      <dsp:spPr>
        <a:xfrm>
          <a:off x="0" y="1668985"/>
          <a:ext cx="85953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baseline="0"/>
            <a:t>Semantic complexity in subordinate clauses and predicative expressions often led to errors.</a:t>
          </a:r>
          <a:endParaRPr lang="en-US" sz="2600" kern="1200"/>
        </a:p>
      </dsp:txBody>
      <dsp:txXfrm>
        <a:off x="49468" y="1718453"/>
        <a:ext cx="8496424" cy="914430"/>
      </dsp:txXfrm>
    </dsp:sp>
    <dsp:sp modelId="{0F624882-B497-480D-B7EF-F109D840F321}">
      <dsp:nvSpPr>
        <dsp:cNvPr id="0" name=""/>
        <dsp:cNvSpPr/>
      </dsp:nvSpPr>
      <dsp:spPr>
        <a:xfrm>
          <a:off x="0" y="2757231"/>
          <a:ext cx="85953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baseline="0"/>
            <a:t>Majority of cases handled correctly, but error patterns indicate limitations in semantic generalization.</a:t>
          </a:r>
          <a:endParaRPr lang="en-US" sz="2600" kern="1200"/>
        </a:p>
      </dsp:txBody>
      <dsp:txXfrm>
        <a:off x="49468" y="2806699"/>
        <a:ext cx="8496424" cy="914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19753-6635-48B1-A1B3-8E679EEF424F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270A0-CD06-4B25-9B81-02C0B4D296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550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555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163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555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022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199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342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18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613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574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881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289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5D59892-21EA-46ED-AE00-D8FD4238E0CC}" type="datetimeFigureOut">
              <a:rPr lang="LID4096" smtClean="0"/>
              <a:t>01/28/2025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B2A95E7-CE45-42CD-B02F-BA5B4F54E9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405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dl.handle.net/10067/928860151162165141" TargetMode="External"/><Relationship Id="rId2" Type="http://schemas.openxmlformats.org/officeDocument/2006/relationships/hyperlink" Target="https://spacy.io/usage/linguistic-featur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iversaldependencies.org/u/dep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8F1B-F6DD-28E9-00D1-79AD84D87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</a:rPr>
              <a:t>Error Pattern Analysis: Negation Scope Detection with CRF</a:t>
            </a:r>
            <a:endParaRPr lang="LID4096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5DCE8-5BED-843A-14CD-C522E1492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Melina Paxinou</a:t>
            </a:r>
          </a:p>
          <a:p>
            <a:r>
              <a:rPr lang="en-GB" dirty="0"/>
              <a:t>Student ID: </a:t>
            </a:r>
            <a:r>
              <a:rPr lang="en-NL" sz="24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</a:rPr>
              <a:t>2854344</a:t>
            </a:r>
            <a:endParaRPr lang="en-GB" sz="2400" dirty="0">
              <a:effectLst/>
              <a:latin typeface="Times New Roman" panose="02020603050405020304" pitchFamily="18" charset="0"/>
              <a:ea typeface="Yu Gothic" panose="020B0400000000000000" pitchFamily="34" charset="-128"/>
            </a:endParaRPr>
          </a:p>
          <a:p>
            <a:r>
              <a:rPr lang="en-GB" sz="1800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January 30th, 2025</a:t>
            </a:r>
            <a:endParaRPr lang="en-GB" sz="18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67247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C15C6-DB04-E986-CA57-1D40E291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36023"/>
            <a:ext cx="2718788" cy="5183777"/>
          </a:xfrm>
        </p:spPr>
        <p:txBody>
          <a:bodyPr anchor="ctr">
            <a:normAutofit/>
          </a:bodyPr>
          <a:lstStyle/>
          <a:p>
            <a:r>
              <a:rPr lang="en-GB" sz="3600">
                <a:solidFill>
                  <a:srgbClr val="FFFFFF"/>
                </a:solidFill>
              </a:rPr>
              <a:t>Contents</a:t>
            </a:r>
            <a:endParaRPr lang="LID4096" sz="36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3DBB0F84-2C4A-E252-5086-369B3866C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923581"/>
              </p:ext>
            </p:extLst>
          </p:nvPr>
        </p:nvGraphicFramePr>
        <p:xfrm>
          <a:off x="4658815" y="804672"/>
          <a:ext cx="5990136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603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28BA-8D7A-09F7-7763-287D22B5E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Introduction</a:t>
            </a:r>
            <a:endParaRPr lang="LID4096" sz="2800">
              <a:solidFill>
                <a:srgbClr val="FFFFFF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2AE99F-6734-BA7B-F43D-3ED09F4D2D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21898" y="643466"/>
            <a:ext cx="5827472" cy="55710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</a:pPr>
            <a:r>
              <a:rPr lang="LID4096" altLang="LID4096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Systematic error analysis based on CRF classifier results for negation scope detection given the cue</a:t>
            </a:r>
            <a:r>
              <a:rPr lang="en-GB" altLang="LID4096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LID4096" altLang="LID4096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  <a:buClrTx/>
              <a:buSzTx/>
            </a:pPr>
            <a:r>
              <a:rPr lang="LID4096" altLang="LID4096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Error sample selection:</a:t>
            </a:r>
          </a:p>
          <a:p>
            <a:pPr lvl="1" eaLnBrk="0" fontAlgn="base" hangingPunct="0">
              <a:spcBef>
                <a:spcPct val="0"/>
              </a:spcBef>
              <a:spcAft>
                <a:spcPts val="1200"/>
              </a:spcAft>
              <a:buClrTx/>
            </a:pPr>
            <a:r>
              <a:rPr lang="LID4096" altLang="LID4096" sz="2400" dirty="0"/>
              <a:t>Sampled 50 random tokens with false positive or false negative predictions</a:t>
            </a:r>
            <a:r>
              <a:rPr lang="en-GB" altLang="LID4096" sz="2400" dirty="0"/>
              <a:t>.</a:t>
            </a:r>
            <a:endParaRPr lang="LID4096" altLang="LID4096" sz="2400" dirty="0"/>
          </a:p>
          <a:p>
            <a:pPr lvl="1" eaLnBrk="0" fontAlgn="base" hangingPunct="0">
              <a:spcBef>
                <a:spcPct val="0"/>
              </a:spcBef>
              <a:spcAft>
                <a:spcPts val="1200"/>
              </a:spcAft>
              <a:buClrTx/>
            </a:pPr>
            <a:r>
              <a:rPr lang="LID4096" altLang="LID4096" sz="2400" dirty="0"/>
              <a:t>Identified 20 error categories based on:</a:t>
            </a:r>
          </a:p>
          <a:p>
            <a:pPr marL="1074420" lvl="2" indent="-342900" eaLnBrk="0" fontAlgn="base" hangingPunct="0">
              <a:spcBef>
                <a:spcPct val="0"/>
              </a:spcBef>
              <a:spcAft>
                <a:spcPts val="1200"/>
              </a:spcAft>
              <a:buClrTx/>
            </a:pPr>
            <a:r>
              <a:rPr lang="LID4096" altLang="LID4096" sz="2400" dirty="0"/>
              <a:t>Annotation of negation cues and their scope Guidelines</a:t>
            </a:r>
          </a:p>
          <a:p>
            <a:pPr marL="1074420" lvl="2" indent="-342900" eaLnBrk="0" fontAlgn="base" hangingPunct="0">
              <a:spcBef>
                <a:spcPct val="0"/>
              </a:spcBef>
              <a:spcAft>
                <a:spcPts val="1200"/>
              </a:spcAft>
              <a:buClrTx/>
            </a:pPr>
            <a:r>
              <a:rPr lang="LID4096" altLang="LID4096" sz="2400" dirty="0"/>
              <a:t>Universal Dependency Relations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24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9705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E4307-B30A-608C-13FD-4BDF2C455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pPr marL="0" marR="0">
              <a:spcAft>
                <a:spcPts val="600"/>
              </a:spcAft>
            </a:pPr>
            <a:r>
              <a:rPr lang="en-GB" sz="2800" dirty="0">
                <a:solidFill>
                  <a:srgbClr val="FFFFFF"/>
                </a:solidFill>
              </a:rPr>
              <a:t>Error Pattern Analysis</a:t>
            </a:r>
            <a:endParaRPr lang="LID4096" sz="2800" dirty="0">
              <a:solidFill>
                <a:srgbClr val="FFFFFF"/>
              </a:solidFill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42C69-DD00-08C5-DB0A-D3CE3FAB1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600" b="1" dirty="0" err="1"/>
              <a:t>MC_and_SC</a:t>
            </a:r>
            <a:r>
              <a:rPr lang="en-GB" sz="1600" b="1" dirty="0"/>
              <a:t> </a:t>
            </a:r>
            <a:r>
              <a:rPr lang="en-GB" sz="1600" dirty="0"/>
              <a:t>(Frequency: 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Description</a:t>
            </a:r>
            <a:r>
              <a:rPr lang="en-GB" sz="1600" dirty="0"/>
              <a:t>: Negation cue in the main clause, root in scope, subordinate clause also in scope.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Guideline</a:t>
            </a:r>
            <a:r>
              <a:rPr lang="en-GB" sz="1600" dirty="0"/>
              <a:t>: If main clause semantically affects subordinate clause, the latter should be in scope.</a:t>
            </a:r>
          </a:p>
          <a:p>
            <a:pPr marL="0" indent="0">
              <a:buNone/>
            </a:pPr>
            <a:r>
              <a:rPr lang="en-GB" sz="1600" b="1" dirty="0"/>
              <a:t>Errors</a:t>
            </a:r>
            <a:r>
              <a:rPr lang="en-GB" sz="1600" dirty="0"/>
              <a:t>: </a:t>
            </a:r>
          </a:p>
          <a:p>
            <a:pPr marL="0" indent="0">
              <a:buNone/>
            </a:pPr>
            <a:r>
              <a:rPr lang="en-GB" sz="1600" b="1" dirty="0"/>
              <a:t>Subordinate clause missing in predictions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Prediction</a:t>
            </a:r>
            <a:r>
              <a:rPr lang="en-GB" dirty="0"/>
              <a:t>: [There 's] </a:t>
            </a:r>
            <a:r>
              <a:rPr lang="en-GB" b="1" dirty="0"/>
              <a:t>no</a:t>
            </a:r>
            <a:r>
              <a:rPr lang="en-GB" dirty="0"/>
              <a:t> [link between the two save for Henderson 's own servant], who serves the family 's meals.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Gold</a:t>
            </a:r>
            <a:r>
              <a:rPr lang="en-GB" dirty="0"/>
              <a:t>: [There 's] </a:t>
            </a:r>
            <a:r>
              <a:rPr lang="en-GB" b="1" dirty="0"/>
              <a:t>no</a:t>
            </a:r>
            <a:r>
              <a:rPr lang="en-GB" dirty="0"/>
              <a:t> [link between the two save for Henderson 's own servant, who serves the family 's meals].</a:t>
            </a:r>
          </a:p>
          <a:p>
            <a:pPr marL="0" indent="0">
              <a:buNone/>
            </a:pPr>
            <a:r>
              <a:rPr lang="en-GB" sz="1600" b="1" dirty="0"/>
              <a:t>Subordinate clause depends on another subordinate clause (negation in latter)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Prediction</a:t>
            </a:r>
            <a:r>
              <a:rPr lang="en-GB" dirty="0"/>
              <a:t>: I was sure Henderson, as he calls himself, felt that he was suspected, and that [he would lie low and make] </a:t>
            </a:r>
            <a:r>
              <a:rPr lang="en-GB" b="1" dirty="0"/>
              <a:t>no</a:t>
            </a:r>
            <a:r>
              <a:rPr lang="en-GB" dirty="0"/>
              <a:t> [move so long as he thought he] was in any danger.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Gold</a:t>
            </a:r>
            <a:r>
              <a:rPr lang="en-GB" dirty="0"/>
              <a:t>: I was sure Henderson, as he calls himself, felt that he was suspected, and that [he would] lie low and [make] </a:t>
            </a:r>
            <a:r>
              <a:rPr lang="en-GB" b="1" dirty="0"/>
              <a:t>no</a:t>
            </a:r>
            <a:r>
              <a:rPr lang="en-GB" dirty="0"/>
              <a:t> [move so long as he thought he was in any danger].</a:t>
            </a:r>
          </a:p>
          <a:p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96633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8E6C6-2ACD-0443-4E5B-24916A2B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Error Pattern Analysis</a:t>
            </a:r>
            <a:endParaRPr lang="LID4096" sz="2800" dirty="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1424-42AD-140C-2CBB-92AB5E001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 err="1"/>
              <a:t>Sub_CL_only</a:t>
            </a:r>
            <a:r>
              <a:rPr lang="en-GB" sz="2000" b="1" dirty="0"/>
              <a:t> </a:t>
            </a:r>
            <a:r>
              <a:rPr lang="en-GB" sz="2000" dirty="0"/>
              <a:t>(Frequency: 5)</a:t>
            </a:r>
          </a:p>
          <a:p>
            <a:r>
              <a:rPr lang="en-GB" sz="2000" b="1" dirty="0"/>
              <a:t>Description</a:t>
            </a:r>
            <a:r>
              <a:rPr lang="en-GB" sz="2000" dirty="0"/>
              <a:t>: Negation affects only the subordinate clause, not the clause it depends on (main or another subordinate).</a:t>
            </a:r>
          </a:p>
          <a:p>
            <a:pPr>
              <a:spcAft>
                <a:spcPts val="1800"/>
              </a:spcAft>
            </a:pPr>
            <a:r>
              <a:rPr lang="en-GB" sz="2000" b="1" dirty="0"/>
              <a:t>Example:</a:t>
            </a:r>
          </a:p>
          <a:p>
            <a:pPr marL="274320" lvl="1" indent="0">
              <a:spcAft>
                <a:spcPts val="1800"/>
              </a:spcAft>
              <a:buNone/>
            </a:pPr>
            <a:r>
              <a:rPr lang="en-GB" sz="2000" b="1" dirty="0"/>
              <a:t>Prediction</a:t>
            </a:r>
            <a:r>
              <a:rPr lang="en-GB" sz="2000" dirty="0"/>
              <a:t>: Telegraphic inquiries had been already made [which showed that Marx knew] </a:t>
            </a:r>
            <a:r>
              <a:rPr lang="en-GB" sz="2000" b="1" dirty="0"/>
              <a:t>nothing</a:t>
            </a:r>
            <a:r>
              <a:rPr lang="en-GB" sz="2000" dirty="0"/>
              <a:t> [of his customer save that he was a good payer].</a:t>
            </a:r>
          </a:p>
          <a:p>
            <a:pPr marL="274320" lvl="1" indent="0">
              <a:spcAft>
                <a:spcPts val="1800"/>
              </a:spcAft>
              <a:buNone/>
            </a:pPr>
            <a:r>
              <a:rPr lang="en-GB" sz="2000" b="1" dirty="0"/>
              <a:t>Gold</a:t>
            </a:r>
            <a:r>
              <a:rPr lang="en-GB" sz="2000" dirty="0"/>
              <a:t>: Telegraphic inquiries had been already made which showed that [Marx knew] </a:t>
            </a:r>
            <a:r>
              <a:rPr lang="en-GB" sz="2000" b="1" dirty="0"/>
              <a:t>nothing</a:t>
            </a:r>
            <a:r>
              <a:rPr lang="en-GB" sz="2000" dirty="0"/>
              <a:t> [of his customer save that he was a good payer].</a:t>
            </a:r>
          </a:p>
          <a:p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423655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ED1EF-3727-B9D8-B642-BEF9A67A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70B59E-78F8-BA4F-32FC-502A60481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9B0E17-5BA0-24D5-B2B1-61119244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38FE9-9232-A6FA-DF7F-6C79F24E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Error Pattern Analysis</a:t>
            </a:r>
            <a:endParaRPr lang="LID4096" sz="2800" dirty="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A7CAA9-2A83-EAB7-CDB3-4B07750C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60B4B-D2AD-5139-35C3-5B4DE4B72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 err="1"/>
              <a:t>Pred_exp_OOS</a:t>
            </a:r>
            <a:r>
              <a:rPr lang="en-GB" sz="2000" b="1" dirty="0"/>
              <a:t> </a:t>
            </a:r>
            <a:r>
              <a:rPr lang="en-GB" sz="2000" dirty="0"/>
              <a:t>(Frequency: 5)</a:t>
            </a:r>
          </a:p>
          <a:p>
            <a:pPr marL="0"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endParaRPr lang="en-US" altLang="LID4096" sz="2000" b="1" dirty="0"/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SzTx/>
            </a:pPr>
            <a:r>
              <a:rPr lang="LID4096" altLang="LID4096" sz="2000" b="1" dirty="0"/>
              <a:t>Description: </a:t>
            </a:r>
            <a:r>
              <a:rPr lang="LID4096" altLang="LID4096" sz="2000" dirty="0"/>
              <a:t>Sentences where a predicative expression following a copulative verb </a:t>
            </a:r>
            <a:r>
              <a:rPr lang="en-US" altLang="LID4096" sz="2000" dirty="0"/>
              <a:t>are</a:t>
            </a:r>
            <a:r>
              <a:rPr lang="LID4096" altLang="LID4096" sz="2000" dirty="0"/>
              <a:t> incorrectly marked as out of scope by the CRF classifier.</a:t>
            </a: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SzTx/>
            </a:pPr>
            <a:r>
              <a:rPr lang="LID4096" altLang="LID4096" sz="2000" b="1" dirty="0"/>
              <a:t>Example:</a:t>
            </a:r>
          </a:p>
          <a:p>
            <a:pPr marL="274320" lvl="1" indent="0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LID4096" altLang="LID4096" sz="1800" b="1" dirty="0"/>
              <a:t>Prediction: </a:t>
            </a:r>
            <a:r>
              <a:rPr lang="LID4096" altLang="LID4096" sz="1800" dirty="0"/>
              <a:t>[Your cipher was] </a:t>
            </a:r>
            <a:r>
              <a:rPr lang="LID4096" altLang="LID4096" sz="1800" b="1" dirty="0"/>
              <a:t>not</a:t>
            </a:r>
            <a:r>
              <a:rPr lang="LID4096" altLang="LID4096" sz="1800" dirty="0"/>
              <a:t> difficult, madam.</a:t>
            </a:r>
          </a:p>
          <a:p>
            <a:pPr marL="274320" lvl="1" indent="0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LID4096" altLang="LID4096" sz="1800" b="1" dirty="0"/>
              <a:t>Gold: </a:t>
            </a:r>
            <a:r>
              <a:rPr lang="LID4096" altLang="LID4096" sz="1800" dirty="0"/>
              <a:t>[Your cipher was] </a:t>
            </a:r>
            <a:r>
              <a:rPr lang="LID4096" altLang="LID4096" sz="1800" b="1" dirty="0"/>
              <a:t>not</a:t>
            </a:r>
            <a:r>
              <a:rPr lang="LID4096" altLang="LID4096" sz="1800" dirty="0"/>
              <a:t> [difficult], madam.</a:t>
            </a:r>
          </a:p>
          <a:p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988231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E9FFD-EBE5-009F-85B6-B6C33D1D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7D4764-59D0-71AD-1BE7-1211070F0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EEF09E-E1B4-63D8-51AE-7FD248761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05EDC-0CDB-4026-94F9-73A0DEBD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Error Pattern Analysis</a:t>
            </a:r>
            <a:endParaRPr lang="LID4096" sz="280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FE5BFC5-1933-4AB1-51A5-94022C4F8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1125F-AC9C-DD1E-0C70-0117E4B37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GB" sz="1600" b="1" dirty="0" err="1"/>
              <a:t>Aff_skipped</a:t>
            </a:r>
            <a:r>
              <a:rPr lang="en-GB" sz="1600" b="1" dirty="0"/>
              <a:t> </a:t>
            </a:r>
            <a:r>
              <a:rPr lang="en-GB" sz="1600" dirty="0"/>
              <a:t>(Frequency: 4)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600" b="1" dirty="0"/>
              <a:t>Description</a:t>
            </a:r>
            <a:r>
              <a:rPr lang="en-GB" sz="1600" dirty="0"/>
              <a:t>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The negation cue is an affix attached to an adjective or adverb.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Scope is incorrectly marked as empty by the CRF classifier.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Two common cases:</a:t>
            </a:r>
          </a:p>
          <a:p>
            <a:pPr marL="1143000" lvl="2" indent="-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Adjective refers to the subject → only the subject is within scope.</a:t>
            </a:r>
          </a:p>
          <a:p>
            <a:pPr marL="1143000" lvl="2" indent="-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Adjective refers to something else → entire clause is within scope.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For adverbial negation cues, the scope spans the entire clause.</a:t>
            </a:r>
          </a:p>
          <a:p>
            <a:pPr>
              <a:spcAft>
                <a:spcPts val="1200"/>
              </a:spcAft>
            </a:pPr>
            <a:r>
              <a:rPr lang="en-GB" sz="1600" b="1" dirty="0"/>
              <a:t>Example</a:t>
            </a:r>
            <a:r>
              <a:rPr lang="en-GB" sz="1600" dirty="0"/>
              <a:t>:</a:t>
            </a:r>
          </a:p>
          <a:p>
            <a:pPr marL="274320" lvl="1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GB" b="1" dirty="0"/>
              <a:t>Prediction</a:t>
            </a:r>
            <a:r>
              <a:rPr lang="en-GB" dirty="0"/>
              <a:t>: “Remarkable, but by no means </a:t>
            </a:r>
            <a:r>
              <a:rPr lang="en-GB" b="1" dirty="0"/>
              <a:t>im</a:t>
            </a:r>
            <a:r>
              <a:rPr lang="en-GB" dirty="0"/>
              <a:t>possible,” said Holmes, smiling.</a:t>
            </a:r>
          </a:p>
          <a:p>
            <a:pPr marL="274320" lvl="1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GB" b="1" dirty="0"/>
              <a:t>Gold</a:t>
            </a:r>
            <a:r>
              <a:rPr lang="en-GB" dirty="0"/>
              <a:t>: “Remarkable, but by no means </a:t>
            </a:r>
            <a:r>
              <a:rPr lang="en-GB" b="1" dirty="0" err="1"/>
              <a:t>im</a:t>
            </a:r>
            <a:r>
              <a:rPr lang="en-GB" dirty="0"/>
              <a:t>[possible],” said Holmes, smiling.</a:t>
            </a:r>
          </a:p>
          <a:p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240490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78076-727E-744A-71AE-B4510CA96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Counterfactual Analysis</a:t>
            </a:r>
            <a:endParaRPr lang="LID4096" sz="2800" dirty="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396A-E4DB-2555-F598-21D31F208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1400" b="1" dirty="0" err="1"/>
              <a:t>MC_and_SC</a:t>
            </a:r>
            <a:r>
              <a:rPr lang="en-GB" sz="1400" b="1" dirty="0"/>
              <a:t> Analysis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 b="1" dirty="0"/>
              <a:t>Identification</a:t>
            </a:r>
            <a:r>
              <a:rPr lang="en-GB" sz="1400" dirty="0"/>
              <a:t>: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Used </a:t>
            </a:r>
            <a:r>
              <a:rPr lang="en-GB" sz="1400" dirty="0" err="1"/>
              <a:t>spaCy</a:t>
            </a:r>
            <a:r>
              <a:rPr lang="en-GB" sz="1400" dirty="0"/>
              <a:t> dependency labels: </a:t>
            </a:r>
            <a:r>
              <a:rPr lang="en-GB" sz="1400" b="1" dirty="0"/>
              <a:t>ROOT,</a:t>
            </a:r>
            <a:r>
              <a:rPr lang="en-GB" sz="1400" dirty="0"/>
              <a:t> </a:t>
            </a:r>
            <a:r>
              <a:rPr lang="en-GB" sz="1400" b="1" dirty="0" err="1"/>
              <a:t>ccomp</a:t>
            </a:r>
            <a:r>
              <a:rPr lang="en-GB" sz="1400" b="1" dirty="0"/>
              <a:t>, </a:t>
            </a:r>
            <a:r>
              <a:rPr lang="en-GB" sz="1400" b="1" dirty="0" err="1"/>
              <a:t>relcl</a:t>
            </a:r>
            <a:r>
              <a:rPr lang="en-GB" sz="1400" b="1" dirty="0"/>
              <a:t>, </a:t>
            </a:r>
            <a:r>
              <a:rPr lang="en-GB" sz="1400" b="1" dirty="0" err="1"/>
              <a:t>advcl</a:t>
            </a:r>
            <a:r>
              <a:rPr lang="en-GB" sz="1400" dirty="0"/>
              <a:t>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Conditions: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Negation cue in main clause.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Root in scope.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Sentence contains a subordinate clause in scope.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Predictions lack root or subordinate clause.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 b="1" dirty="0"/>
              <a:t>Example</a:t>
            </a:r>
            <a:r>
              <a:rPr lang="en-GB" sz="1400" dirty="0"/>
              <a:t>:</a:t>
            </a:r>
            <a:br>
              <a:rPr lang="en-GB" sz="1400" dirty="0"/>
            </a:br>
            <a:r>
              <a:rPr lang="en-GB" sz="1400" b="1" dirty="0"/>
              <a:t>Prediction</a:t>
            </a:r>
            <a:r>
              <a:rPr lang="en-GB" sz="1400" dirty="0"/>
              <a:t>: [We have] </a:t>
            </a:r>
            <a:r>
              <a:rPr lang="en-GB" sz="1400" b="1" dirty="0"/>
              <a:t>no</a:t>
            </a:r>
            <a:r>
              <a:rPr lang="en-GB" sz="1400" dirty="0"/>
              <a:t> [excuse for an intrusion upon his privacy until we have some reason] to think that there is a guilty reason for it.</a:t>
            </a:r>
            <a:br>
              <a:rPr lang="en-GB" sz="1400" dirty="0"/>
            </a:br>
            <a:r>
              <a:rPr lang="en-GB" sz="1400" b="1" dirty="0"/>
              <a:t>Gold</a:t>
            </a:r>
            <a:r>
              <a:rPr lang="en-GB" sz="1400" dirty="0"/>
              <a:t>: [We have] </a:t>
            </a:r>
            <a:r>
              <a:rPr lang="en-GB" sz="1400" b="1" dirty="0"/>
              <a:t>no</a:t>
            </a:r>
            <a:r>
              <a:rPr lang="en-GB" sz="1400" dirty="0"/>
              <a:t> [excuse for an intrusion upon his privacy until we have some reason to think that there is a guilty reason for it].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Results</a:t>
            </a:r>
            <a:r>
              <a:rPr lang="en-GB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/>
              <a:t>Correct sentences</a:t>
            </a:r>
            <a:r>
              <a:rPr lang="en-GB" sz="1400" dirty="0"/>
              <a:t>: 36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/>
              <a:t>Incorrect sentences</a:t>
            </a:r>
            <a:r>
              <a:rPr lang="en-GB" sz="1400" dirty="0"/>
              <a:t>: 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Root missing: 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Subordinate clause missing: 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Error rate: </a:t>
            </a:r>
            <a:r>
              <a:rPr lang="en-GB" sz="1400" b="1" dirty="0"/>
              <a:t>~ 34%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Impact</a:t>
            </a:r>
            <a:r>
              <a:rPr lang="en-GB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Semantic relations hard to capture by CRF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Complex feature interactions (e.g., token distance, dependency path).</a:t>
            </a:r>
          </a:p>
          <a:p>
            <a:endParaRPr lang="LID4096" sz="900" dirty="0"/>
          </a:p>
        </p:txBody>
      </p:sp>
    </p:spTree>
    <p:extLst>
      <p:ext uri="{BB962C8B-B14F-4D97-AF65-F5344CB8AC3E}">
        <p14:creationId xmlns:p14="http://schemas.microsoft.com/office/powerpoint/2010/main" val="114291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B22B8-14C4-B1C8-7763-98C3AE384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7CF63-ED98-F509-4FCA-2A2E1D4A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Counterfactual Analysis</a:t>
            </a:r>
            <a:endParaRPr lang="LID4096" sz="2800" dirty="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BBBCE-5836-C87B-763C-ACD990312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500" b="1" dirty="0" err="1"/>
              <a:t>Pred_exp_OOS</a:t>
            </a:r>
            <a:r>
              <a:rPr lang="en-GB" sz="1500" b="1" dirty="0"/>
              <a:t>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>Identification</a:t>
            </a:r>
            <a:r>
              <a:rPr lang="en-GB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Used </a:t>
            </a:r>
            <a:r>
              <a:rPr lang="en-GB" sz="1500" b="1" dirty="0" err="1"/>
              <a:t>acomp</a:t>
            </a:r>
            <a:r>
              <a:rPr lang="en-GB" sz="1500" dirty="0"/>
              <a:t> to detect adjectives following a copulative verb.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Conditions: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500" dirty="0"/>
              <a:t>Adjective is part of the scope.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500" dirty="0"/>
              <a:t>Adjective appears in the predictions column.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sz="1500" dirty="0"/>
              <a:t>Accounted for adjectives containing negation cues.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1" dirty="0"/>
              <a:t>Example</a:t>
            </a:r>
            <a:r>
              <a:rPr lang="en-GB" sz="1500" dirty="0"/>
              <a:t>:</a:t>
            </a:r>
            <a:br>
              <a:rPr lang="en-GB" sz="1500" dirty="0"/>
            </a:br>
            <a:r>
              <a:rPr lang="en-GB" sz="1500" b="1" dirty="0"/>
              <a:t>Prediction</a:t>
            </a:r>
            <a:r>
              <a:rPr lang="en-GB" sz="1500" dirty="0"/>
              <a:t>: “[Your case is] </a:t>
            </a:r>
            <a:r>
              <a:rPr lang="en-GB" sz="1500" b="1" dirty="0"/>
              <a:t>not</a:t>
            </a:r>
            <a:r>
              <a:rPr lang="en-GB" sz="1500" dirty="0"/>
              <a:t> complete, then?” I asked.</a:t>
            </a:r>
            <a:br>
              <a:rPr lang="en-GB" sz="1500" dirty="0"/>
            </a:br>
            <a:r>
              <a:rPr lang="en-GB" sz="1500" b="1" dirty="0"/>
              <a:t>Gold</a:t>
            </a:r>
            <a:r>
              <a:rPr lang="en-GB" sz="1500" dirty="0"/>
              <a:t>: “[Your case is] </a:t>
            </a:r>
            <a:r>
              <a:rPr lang="en-GB" sz="1500" b="1" dirty="0"/>
              <a:t>not</a:t>
            </a:r>
            <a:r>
              <a:rPr lang="en-GB" sz="1500" dirty="0"/>
              <a:t> [complete], then?” I asked.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>Results</a:t>
            </a:r>
            <a:r>
              <a:rPr lang="en-GB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Sentences with </a:t>
            </a:r>
            <a:r>
              <a:rPr lang="en-GB" sz="1500" dirty="0" err="1"/>
              <a:t>acomp</a:t>
            </a:r>
            <a:r>
              <a:rPr lang="en-GB" sz="1500" dirty="0"/>
              <a:t> in scope and predictions: </a:t>
            </a:r>
            <a:r>
              <a:rPr lang="en-GB" sz="1500" b="1" dirty="0"/>
              <a:t>44</a:t>
            </a:r>
            <a:endParaRPr lang="en-GB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Incorrect </a:t>
            </a:r>
            <a:r>
              <a:rPr lang="en-GB" sz="1500" dirty="0" err="1"/>
              <a:t>acomp</a:t>
            </a:r>
            <a:r>
              <a:rPr lang="en-GB" sz="1500" dirty="0"/>
              <a:t> predictions: </a:t>
            </a:r>
            <a:r>
              <a:rPr lang="en-GB" sz="1500" b="1" dirty="0"/>
              <a:t>9</a:t>
            </a:r>
            <a:endParaRPr lang="en-GB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Error rate: ~</a:t>
            </a:r>
            <a:r>
              <a:rPr lang="en-GB" sz="1500" b="1" dirty="0"/>
              <a:t>16%</a:t>
            </a:r>
            <a:endParaRPr lang="en-GB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500" b="1" dirty="0"/>
              <a:t>Impact</a:t>
            </a:r>
            <a:r>
              <a:rPr lang="en-GB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500" dirty="0"/>
              <a:t>Moderate performance, but scope prediction for predicative expressions needs improvement.</a:t>
            </a:r>
          </a:p>
          <a:p>
            <a:endParaRPr lang="LID4096" sz="1500" dirty="0"/>
          </a:p>
        </p:txBody>
      </p:sp>
    </p:spTree>
    <p:extLst>
      <p:ext uri="{BB962C8B-B14F-4D97-AF65-F5344CB8AC3E}">
        <p14:creationId xmlns:p14="http://schemas.microsoft.com/office/powerpoint/2010/main" val="2275445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53FC5-5BBF-0302-784F-61EF4441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  <a:endParaRPr lang="LID4096" dirty="0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0B1E8ECD-25D5-D8C5-78AF-284BFC2975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61872" y="1828800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0458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C383A-7951-2934-6FBE-3D089335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GB" dirty="0"/>
              <a:t>References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32289-6783-FB7F-2ADE-4CEE5D4DB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pPr marL="0" marR="0" indent="-45720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Linguistic Features ·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spaCy</a:t>
            </a: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Usage Documentation. (n.d.). Retrieved January 28, 2025, from </a:t>
            </a:r>
            <a:r>
              <a:rPr lang="en-US" u="sng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  <a:hlinkClick r:id="rId2"/>
              </a:rPr>
              <a:t>https://spacy.io/usage/linguistic-features</a:t>
            </a:r>
            <a:endParaRPr lang="en-US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0" marR="0" indent="-45720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Morante, R.,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Schrauwen</a:t>
            </a: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, S., &amp;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Daelemans</a:t>
            </a: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, W. (2011). </a:t>
            </a:r>
            <a:r>
              <a:rPr lang="en-US" i="1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Annotation of negation cues and their scope: Guidelines v1.0</a:t>
            </a: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. Computational linguistics &amp; psycholinguistics technical report series, CTRS-003. University of Antwerp. </a:t>
            </a:r>
            <a:r>
              <a:rPr lang="en-US" u="sng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  <a:hlinkClick r:id="rId3"/>
              </a:rPr>
              <a:t>https://hdl.handle.net/10067/928860151162165141</a:t>
            </a:r>
            <a:endParaRPr lang="en-US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0" marR="0" indent="-45720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Universal Dependencies. (n.d.). </a:t>
            </a:r>
            <a:r>
              <a:rPr lang="en-US" i="1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Universal dependency relations</a:t>
            </a:r>
            <a:r>
              <a:rPr lang="en-US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. Retrieved January 28, 2025, from </a:t>
            </a:r>
            <a:r>
              <a:rPr lang="en-US" u="sng" kern="100" dirty="0">
                <a:effectLst/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  <a:hlinkClick r:id="rId4"/>
              </a:rPr>
              <a:t>https://universaldependencies.org/u/dep/</a:t>
            </a:r>
            <a:endParaRPr lang="en-US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1326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BC6A0D-8979-47FF-B606-70528EF8E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07AB3-8CE0-59B6-8E43-BA7EB6717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594" y="758952"/>
            <a:ext cx="9056876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 dirty="0"/>
              <a:t>Thank you for your time.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92CCBF-1641-4D35-9B74-6E4981730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041929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79</TotalTime>
  <Words>987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Century Schoolbook</vt:lpstr>
      <vt:lpstr>Times New Roman</vt:lpstr>
      <vt:lpstr>Wingdings</vt:lpstr>
      <vt:lpstr>Wingdings 2</vt:lpstr>
      <vt:lpstr>View</vt:lpstr>
      <vt:lpstr>Error Pattern Analysis: Negation Scope Detection with CRF</vt:lpstr>
      <vt:lpstr>Contents</vt:lpstr>
      <vt:lpstr>Introduction</vt:lpstr>
      <vt:lpstr>Error Pattern Analysis</vt:lpstr>
      <vt:lpstr>Error Pattern Analysis</vt:lpstr>
      <vt:lpstr>Error Pattern Analysis</vt:lpstr>
      <vt:lpstr>Error Pattern Analysis</vt:lpstr>
      <vt:lpstr>Counterfactual Analysis</vt:lpstr>
      <vt:lpstr>Counterfactual Analysis</vt:lpstr>
      <vt:lpstr>Conclusion</vt:lpstr>
      <vt:lpstr>References</vt:lpstr>
      <vt:lpstr>Thank you for your time.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Melina Paxinou</dc:creator>
  <cp:lastModifiedBy>Melina Paxinou</cp:lastModifiedBy>
  <cp:revision>1</cp:revision>
  <dcterms:created xsi:type="dcterms:W3CDTF">2025-01-28T14:13:04Z</dcterms:created>
  <dcterms:modified xsi:type="dcterms:W3CDTF">2025-01-28T16:29:45Z</dcterms:modified>
</cp:coreProperties>
</file>